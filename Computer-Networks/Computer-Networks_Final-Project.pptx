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2" r:id="rId5"/>
    <p:sldId id="259" r:id="rId6"/>
    <p:sldId id="270" r:id="rId7"/>
    <p:sldId id="260" r:id="rId8"/>
    <p:sldId id="261" r:id="rId9"/>
    <p:sldId id="267" r:id="rId10"/>
    <p:sldId id="266" r:id="rId11"/>
    <p:sldId id="269" r:id="rId12"/>
    <p:sldId id="268" r:id="rId13"/>
    <p:sldId id="262" r:id="rId14"/>
    <p:sldId id="263" r:id="rId15"/>
    <p:sldId id="264" r:id="rId16"/>
    <p:sldId id="271"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4E1DA4-DABB-4B0E-B321-1D376706C936}" v="38" dt="2025-12-18T04:56:55.2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3" d="100"/>
          <a:sy n="63" d="100"/>
        </p:scale>
        <p:origin x="6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ger, Shaurya" userId="S::shauryad@umich.edu::660132d0-6f18-44b9-b3cb-8cde94abc1f7" providerId="AD" clId="Web-{729CB013-A388-FE8D-CB71-B6F7DE099EC7}"/>
    <pc:docChg chg="modSld">
      <pc:chgData name="Doger, Shaurya" userId="S::shauryad@umich.edu::660132d0-6f18-44b9-b3cb-8cde94abc1f7" providerId="AD" clId="Web-{729CB013-A388-FE8D-CB71-B6F7DE099EC7}" dt="2025-12-17T01:26:55.161" v="7" actId="20577"/>
      <pc:docMkLst>
        <pc:docMk/>
      </pc:docMkLst>
      <pc:sldChg chg="modSp">
        <pc:chgData name="Doger, Shaurya" userId="S::shauryad@umich.edu::660132d0-6f18-44b9-b3cb-8cde94abc1f7" providerId="AD" clId="Web-{729CB013-A388-FE8D-CB71-B6F7DE099EC7}" dt="2025-12-17T01:26:55.161" v="7" actId="20577"/>
        <pc:sldMkLst>
          <pc:docMk/>
          <pc:sldMk cId="109857222" sldId="256"/>
        </pc:sldMkLst>
        <pc:spChg chg="mod">
          <ac:chgData name="Doger, Shaurya" userId="S::shauryad@umich.edu::660132d0-6f18-44b9-b3cb-8cde94abc1f7" providerId="AD" clId="Web-{729CB013-A388-FE8D-CB71-B6F7DE099EC7}" dt="2025-12-17T01:26:55.161" v="7" actId="20577"/>
          <ac:spMkLst>
            <pc:docMk/>
            <pc:sldMk cId="109857222" sldId="256"/>
            <ac:spMk id="2" creationId="{00000000-0000-0000-0000-000000000000}"/>
          </ac:spMkLst>
        </pc:spChg>
      </pc:sldChg>
    </pc:docChg>
  </pc:docChgLst>
  <pc:docChgLst>
    <pc:chgData name="Doger, Shaurya" userId="660132d0-6f18-44b9-b3cb-8cde94abc1f7" providerId="ADAL" clId="{FFA8A6B3-5868-4C0F-B864-79FCD0044371}"/>
    <pc:docChg chg="undo redo custSel addSld modSld sldOrd">
      <pc:chgData name="Doger, Shaurya" userId="660132d0-6f18-44b9-b3cb-8cde94abc1f7" providerId="ADAL" clId="{FFA8A6B3-5868-4C0F-B864-79FCD0044371}" dt="2025-12-18T04:58:22.427" v="6563" actId="20577"/>
      <pc:docMkLst>
        <pc:docMk/>
      </pc:docMkLst>
      <pc:sldChg chg="addSp modSp mod setBg addAnim">
        <pc:chgData name="Doger, Shaurya" userId="660132d0-6f18-44b9-b3cb-8cde94abc1f7" providerId="ADAL" clId="{FFA8A6B3-5868-4C0F-B864-79FCD0044371}" dt="2025-12-17T01:35:36.473" v="32"/>
        <pc:sldMkLst>
          <pc:docMk/>
          <pc:sldMk cId="109857222" sldId="256"/>
        </pc:sldMkLst>
        <pc:spChg chg="mod">
          <ac:chgData name="Doger, Shaurya" userId="660132d0-6f18-44b9-b3cb-8cde94abc1f7" providerId="ADAL" clId="{FFA8A6B3-5868-4C0F-B864-79FCD0044371}" dt="2025-12-17T01:35:36.473" v="30" actId="26606"/>
          <ac:spMkLst>
            <pc:docMk/>
            <pc:sldMk cId="109857222" sldId="256"/>
            <ac:spMk id="2" creationId="{00000000-0000-0000-0000-000000000000}"/>
          </ac:spMkLst>
        </pc:spChg>
        <pc:spChg chg="mod">
          <ac:chgData name="Doger, Shaurya" userId="660132d0-6f18-44b9-b3cb-8cde94abc1f7" providerId="ADAL" clId="{FFA8A6B3-5868-4C0F-B864-79FCD0044371}" dt="2025-12-17T01:35:36.473" v="30" actId="26606"/>
          <ac:spMkLst>
            <pc:docMk/>
            <pc:sldMk cId="109857222" sldId="256"/>
            <ac:spMk id="3" creationId="{00000000-0000-0000-0000-000000000000}"/>
          </ac:spMkLst>
        </pc:spChg>
        <pc:spChg chg="add">
          <ac:chgData name="Doger, Shaurya" userId="660132d0-6f18-44b9-b3cb-8cde94abc1f7" providerId="ADAL" clId="{FFA8A6B3-5868-4C0F-B864-79FCD0044371}" dt="2025-12-17T01:35:36.473" v="30" actId="26606"/>
          <ac:spMkLst>
            <pc:docMk/>
            <pc:sldMk cId="109857222" sldId="256"/>
            <ac:spMk id="10" creationId="{E91DC736-0EF8-4F87-9146-EBF1D2EE4D3D}"/>
          </ac:spMkLst>
        </pc:spChg>
        <pc:spChg chg="add">
          <ac:chgData name="Doger, Shaurya" userId="660132d0-6f18-44b9-b3cb-8cde94abc1f7" providerId="ADAL" clId="{FFA8A6B3-5868-4C0F-B864-79FCD0044371}" dt="2025-12-17T01:35:36.473" v="30" actId="26606"/>
          <ac:spMkLst>
            <pc:docMk/>
            <pc:sldMk cId="109857222" sldId="256"/>
            <ac:spMk id="12" creationId="{097CD68E-23E3-4007-8847-CD0944C4F7BE}"/>
          </ac:spMkLst>
        </pc:spChg>
        <pc:spChg chg="add">
          <ac:chgData name="Doger, Shaurya" userId="660132d0-6f18-44b9-b3cb-8cde94abc1f7" providerId="ADAL" clId="{FFA8A6B3-5868-4C0F-B864-79FCD0044371}" dt="2025-12-17T01:35:36.473" v="30" actId="26606"/>
          <ac:spMkLst>
            <pc:docMk/>
            <pc:sldMk cId="109857222" sldId="256"/>
            <ac:spMk id="14" creationId="{AF2F604E-43BE-4DC3-B983-E071523364F8}"/>
          </ac:spMkLst>
        </pc:spChg>
        <pc:spChg chg="add">
          <ac:chgData name="Doger, Shaurya" userId="660132d0-6f18-44b9-b3cb-8cde94abc1f7" providerId="ADAL" clId="{FFA8A6B3-5868-4C0F-B864-79FCD0044371}" dt="2025-12-17T01:35:36.473" v="30" actId="26606"/>
          <ac:spMkLst>
            <pc:docMk/>
            <pc:sldMk cId="109857222" sldId="256"/>
            <ac:spMk id="16" creationId="{08C9B587-E65E-4B52-B37C-ABEBB6E87928}"/>
          </ac:spMkLst>
        </pc:spChg>
        <pc:picChg chg="add mod ord">
          <ac:chgData name="Doger, Shaurya" userId="660132d0-6f18-44b9-b3cb-8cde94abc1f7" providerId="ADAL" clId="{FFA8A6B3-5868-4C0F-B864-79FCD0044371}" dt="2025-12-17T01:35:36.473" v="30" actId="26606"/>
          <ac:picMkLst>
            <pc:docMk/>
            <pc:sldMk cId="109857222" sldId="256"/>
            <ac:picMk id="5" creationId="{41361C36-621F-0530-F4A0-7FA609028A60}"/>
          </ac:picMkLst>
        </pc:picChg>
      </pc:sldChg>
      <pc:sldChg chg="addSp delSp modSp new mod">
        <pc:chgData name="Doger, Shaurya" userId="660132d0-6f18-44b9-b3cb-8cde94abc1f7" providerId="ADAL" clId="{FFA8A6B3-5868-4C0F-B864-79FCD0044371}" dt="2025-12-17T07:54:16.252" v="659" actId="14100"/>
        <pc:sldMkLst>
          <pc:docMk/>
          <pc:sldMk cId="3996932514" sldId="257"/>
        </pc:sldMkLst>
        <pc:spChg chg="mod">
          <ac:chgData name="Doger, Shaurya" userId="660132d0-6f18-44b9-b3cb-8cde94abc1f7" providerId="ADAL" clId="{FFA8A6B3-5868-4C0F-B864-79FCD0044371}" dt="2025-12-17T02:12:05.779" v="38" actId="20577"/>
          <ac:spMkLst>
            <pc:docMk/>
            <pc:sldMk cId="3996932514" sldId="257"/>
            <ac:spMk id="2" creationId="{BEE0EC76-5B21-56DF-79AF-903286ADBC20}"/>
          </ac:spMkLst>
        </pc:spChg>
        <pc:spChg chg="mod">
          <ac:chgData name="Doger, Shaurya" userId="660132d0-6f18-44b9-b3cb-8cde94abc1f7" providerId="ADAL" clId="{FFA8A6B3-5868-4C0F-B864-79FCD0044371}" dt="2025-12-17T07:45:09.584" v="637" actId="20577"/>
          <ac:spMkLst>
            <pc:docMk/>
            <pc:sldMk cId="3996932514" sldId="257"/>
            <ac:spMk id="3" creationId="{B60B0B83-F6C0-3B47-C397-14C2CD08D6B9}"/>
          </ac:spMkLst>
        </pc:spChg>
        <pc:picChg chg="add mod">
          <ac:chgData name="Doger, Shaurya" userId="660132d0-6f18-44b9-b3cb-8cde94abc1f7" providerId="ADAL" clId="{FFA8A6B3-5868-4C0F-B864-79FCD0044371}" dt="2025-12-17T07:54:16.252" v="659" actId="14100"/>
          <ac:picMkLst>
            <pc:docMk/>
            <pc:sldMk cId="3996932514" sldId="257"/>
            <ac:picMk id="13" creationId="{9DA311D6-6A39-0529-304D-96EFEFE26AA5}"/>
          </ac:picMkLst>
        </pc:picChg>
        <pc:cxnChg chg="add del">
          <ac:chgData name="Doger, Shaurya" userId="660132d0-6f18-44b9-b3cb-8cde94abc1f7" providerId="ADAL" clId="{FFA8A6B3-5868-4C0F-B864-79FCD0044371}" dt="2025-12-17T02:14:18.417" v="236" actId="11529"/>
          <ac:cxnSpMkLst>
            <pc:docMk/>
            <pc:sldMk cId="3996932514" sldId="257"/>
            <ac:cxnSpMk id="5" creationId="{46DC7F82-A891-07B0-3604-557EDF6F0FFF}"/>
          </ac:cxnSpMkLst>
        </pc:cxnChg>
        <pc:cxnChg chg="add mod">
          <ac:chgData name="Doger, Shaurya" userId="660132d0-6f18-44b9-b3cb-8cde94abc1f7" providerId="ADAL" clId="{FFA8A6B3-5868-4C0F-B864-79FCD0044371}" dt="2025-12-17T02:18:01.044" v="338" actId="1076"/>
          <ac:cxnSpMkLst>
            <pc:docMk/>
            <pc:sldMk cId="3996932514" sldId="257"/>
            <ac:cxnSpMk id="7" creationId="{75790C15-2C1F-6651-DE0A-DEE57F7DDE3D}"/>
          </ac:cxnSpMkLst>
        </pc:cxnChg>
        <pc:cxnChg chg="add mod">
          <ac:chgData name="Doger, Shaurya" userId="660132d0-6f18-44b9-b3cb-8cde94abc1f7" providerId="ADAL" clId="{FFA8A6B3-5868-4C0F-B864-79FCD0044371}" dt="2025-12-17T02:18:03.643" v="339" actId="1076"/>
          <ac:cxnSpMkLst>
            <pc:docMk/>
            <pc:sldMk cId="3996932514" sldId="257"/>
            <ac:cxnSpMk id="10" creationId="{9D819344-4ED6-88D7-283E-20DF882CB39D}"/>
          </ac:cxnSpMkLst>
        </pc:cxnChg>
        <pc:cxnChg chg="add mod">
          <ac:chgData name="Doger, Shaurya" userId="660132d0-6f18-44b9-b3cb-8cde94abc1f7" providerId="ADAL" clId="{FFA8A6B3-5868-4C0F-B864-79FCD0044371}" dt="2025-12-17T02:18:22.970" v="345" actId="1038"/>
          <ac:cxnSpMkLst>
            <pc:docMk/>
            <pc:sldMk cId="3996932514" sldId="257"/>
            <ac:cxnSpMk id="11" creationId="{383A9D82-D02B-175E-BBFC-AC871D157984}"/>
          </ac:cxnSpMkLst>
        </pc:cxnChg>
      </pc:sldChg>
      <pc:sldChg chg="addSp delSp modSp new mod">
        <pc:chgData name="Doger, Shaurya" userId="660132d0-6f18-44b9-b3cb-8cde94abc1f7" providerId="ADAL" clId="{FFA8A6B3-5868-4C0F-B864-79FCD0044371}" dt="2025-12-18T00:24:16.649" v="2026" actId="20577"/>
        <pc:sldMkLst>
          <pc:docMk/>
          <pc:sldMk cId="4113226151" sldId="258"/>
        </pc:sldMkLst>
        <pc:spChg chg="mod">
          <ac:chgData name="Doger, Shaurya" userId="660132d0-6f18-44b9-b3cb-8cde94abc1f7" providerId="ADAL" clId="{FFA8A6B3-5868-4C0F-B864-79FCD0044371}" dt="2025-12-18T00:24:16.649" v="2026" actId="20577"/>
          <ac:spMkLst>
            <pc:docMk/>
            <pc:sldMk cId="4113226151" sldId="258"/>
            <ac:spMk id="2" creationId="{7FAA03EB-56DA-93FD-E4C8-9FD40B75D4A3}"/>
          </ac:spMkLst>
        </pc:spChg>
        <pc:spChg chg="del">
          <ac:chgData name="Doger, Shaurya" userId="660132d0-6f18-44b9-b3cb-8cde94abc1f7" providerId="ADAL" clId="{FFA8A6B3-5868-4C0F-B864-79FCD0044371}" dt="2025-12-17T07:52:02.992" v="650" actId="931"/>
          <ac:spMkLst>
            <pc:docMk/>
            <pc:sldMk cId="4113226151" sldId="258"/>
            <ac:spMk id="3" creationId="{8FC3847C-0C2F-C17A-BA0A-C66B5A5D2A77}"/>
          </ac:spMkLst>
        </pc:spChg>
        <pc:spChg chg="add mod">
          <ac:chgData name="Doger, Shaurya" userId="660132d0-6f18-44b9-b3cb-8cde94abc1f7" providerId="ADAL" clId="{FFA8A6B3-5868-4C0F-B864-79FCD0044371}" dt="2025-12-18T00:23:25.479" v="2002" actId="1076"/>
          <ac:spMkLst>
            <pc:docMk/>
            <pc:sldMk cId="4113226151" sldId="258"/>
            <ac:spMk id="8" creationId="{5FC59C0F-CC2F-9D1A-6106-827592336EF9}"/>
          </ac:spMkLst>
        </pc:spChg>
        <pc:picChg chg="add mod">
          <ac:chgData name="Doger, Shaurya" userId="660132d0-6f18-44b9-b3cb-8cde94abc1f7" providerId="ADAL" clId="{FFA8A6B3-5868-4C0F-B864-79FCD0044371}" dt="2025-12-18T00:23:18.087" v="2000" actId="1076"/>
          <ac:picMkLst>
            <pc:docMk/>
            <pc:sldMk cId="4113226151" sldId="258"/>
            <ac:picMk id="5" creationId="{FC53B7DA-1817-3AB3-A1CA-7AABA1A134A1}"/>
          </ac:picMkLst>
        </pc:picChg>
        <pc:picChg chg="add mod">
          <ac:chgData name="Doger, Shaurya" userId="660132d0-6f18-44b9-b3cb-8cde94abc1f7" providerId="ADAL" clId="{FFA8A6B3-5868-4C0F-B864-79FCD0044371}" dt="2025-12-18T00:23:20.186" v="2001" actId="1076"/>
          <ac:picMkLst>
            <pc:docMk/>
            <pc:sldMk cId="4113226151" sldId="258"/>
            <ac:picMk id="7" creationId="{3EAB6C03-F143-94D0-9447-5FDE1E4AA9C5}"/>
          </ac:picMkLst>
        </pc:picChg>
      </pc:sldChg>
      <pc:sldChg chg="addSp delSp modSp new mod">
        <pc:chgData name="Doger, Shaurya" userId="660132d0-6f18-44b9-b3cb-8cde94abc1f7" providerId="ADAL" clId="{FFA8A6B3-5868-4C0F-B864-79FCD0044371}" dt="2025-12-18T01:39:49.377" v="2652" actId="113"/>
        <pc:sldMkLst>
          <pc:docMk/>
          <pc:sldMk cId="3998829418" sldId="259"/>
        </pc:sldMkLst>
        <pc:spChg chg="mod">
          <ac:chgData name="Doger, Shaurya" userId="660132d0-6f18-44b9-b3cb-8cde94abc1f7" providerId="ADAL" clId="{FFA8A6B3-5868-4C0F-B864-79FCD0044371}" dt="2025-12-18T00:24:11.010" v="2018" actId="20577"/>
          <ac:spMkLst>
            <pc:docMk/>
            <pc:sldMk cId="3998829418" sldId="259"/>
            <ac:spMk id="2" creationId="{6180353A-5915-65D4-91F2-C282A7D23F0B}"/>
          </ac:spMkLst>
        </pc:spChg>
        <pc:spChg chg="del mod">
          <ac:chgData name="Doger, Shaurya" userId="660132d0-6f18-44b9-b3cb-8cde94abc1f7" providerId="ADAL" clId="{FFA8A6B3-5868-4C0F-B864-79FCD0044371}" dt="2025-12-17T08:00:47.269" v="827" actId="931"/>
          <ac:spMkLst>
            <pc:docMk/>
            <pc:sldMk cId="3998829418" sldId="259"/>
            <ac:spMk id="3" creationId="{2F8F4585-8A7A-7488-4864-622B97BE1E90}"/>
          </ac:spMkLst>
        </pc:spChg>
        <pc:spChg chg="add mod">
          <ac:chgData name="Doger, Shaurya" userId="660132d0-6f18-44b9-b3cb-8cde94abc1f7" providerId="ADAL" clId="{FFA8A6B3-5868-4C0F-B864-79FCD0044371}" dt="2025-12-18T01:38:36.439" v="2633" actId="113"/>
          <ac:spMkLst>
            <pc:docMk/>
            <pc:sldMk cId="3998829418" sldId="259"/>
            <ac:spMk id="6" creationId="{635D81F5-2360-CE78-7A8B-2E52BB8A3A05}"/>
          </ac:spMkLst>
        </pc:spChg>
        <pc:spChg chg="add mod">
          <ac:chgData name="Doger, Shaurya" userId="660132d0-6f18-44b9-b3cb-8cde94abc1f7" providerId="ADAL" clId="{FFA8A6B3-5868-4C0F-B864-79FCD0044371}" dt="2025-12-18T01:39:49.377" v="2652" actId="113"/>
          <ac:spMkLst>
            <pc:docMk/>
            <pc:sldMk cId="3998829418" sldId="259"/>
            <ac:spMk id="11" creationId="{C484CCB0-098B-E40B-8B6D-430A47B5DD69}"/>
          </ac:spMkLst>
        </pc:spChg>
        <pc:spChg chg="add mod">
          <ac:chgData name="Doger, Shaurya" userId="660132d0-6f18-44b9-b3cb-8cde94abc1f7" providerId="ADAL" clId="{FFA8A6B3-5868-4C0F-B864-79FCD0044371}" dt="2025-12-18T00:25:02.195" v="2038" actId="14100"/>
          <ac:spMkLst>
            <pc:docMk/>
            <pc:sldMk cId="3998829418" sldId="259"/>
            <ac:spMk id="12" creationId="{98C1EF72-1AE7-8C90-E90E-58955AB54E8C}"/>
          </ac:spMkLst>
        </pc:spChg>
        <pc:picChg chg="add mod">
          <ac:chgData name="Doger, Shaurya" userId="660132d0-6f18-44b9-b3cb-8cde94abc1f7" providerId="ADAL" clId="{FFA8A6B3-5868-4C0F-B864-79FCD0044371}" dt="2025-12-18T00:11:56.537" v="1772" actId="1035"/>
          <ac:picMkLst>
            <pc:docMk/>
            <pc:sldMk cId="3998829418" sldId="259"/>
            <ac:picMk id="5" creationId="{CD2CCBE9-5D8F-DF54-6B70-9D78FCF366EB}"/>
          </ac:picMkLst>
        </pc:picChg>
        <pc:picChg chg="add mod">
          <ac:chgData name="Doger, Shaurya" userId="660132d0-6f18-44b9-b3cb-8cde94abc1f7" providerId="ADAL" clId="{FFA8A6B3-5868-4C0F-B864-79FCD0044371}" dt="2025-12-18T00:12:14.814" v="1826" actId="1035"/>
          <ac:picMkLst>
            <pc:docMk/>
            <pc:sldMk cId="3998829418" sldId="259"/>
            <ac:picMk id="8" creationId="{1FDFE8FA-0A73-84BA-4A52-5DAD521B902D}"/>
          </ac:picMkLst>
        </pc:picChg>
        <pc:picChg chg="add mod">
          <ac:chgData name="Doger, Shaurya" userId="660132d0-6f18-44b9-b3cb-8cde94abc1f7" providerId="ADAL" clId="{FFA8A6B3-5868-4C0F-B864-79FCD0044371}" dt="2025-12-18T00:12:18.307" v="1843" actId="1035"/>
          <ac:picMkLst>
            <pc:docMk/>
            <pc:sldMk cId="3998829418" sldId="259"/>
            <ac:picMk id="10" creationId="{01AAF4CA-E18E-6B81-3651-25AF5BC2972B}"/>
          </ac:picMkLst>
        </pc:picChg>
      </pc:sldChg>
      <pc:sldChg chg="addSp delSp modSp new mod">
        <pc:chgData name="Doger, Shaurya" userId="660132d0-6f18-44b9-b3cb-8cde94abc1f7" providerId="ADAL" clId="{FFA8A6B3-5868-4C0F-B864-79FCD0044371}" dt="2025-12-18T00:24:02.735" v="2010" actId="20577"/>
        <pc:sldMkLst>
          <pc:docMk/>
          <pc:sldMk cId="2657378412" sldId="260"/>
        </pc:sldMkLst>
        <pc:spChg chg="mod">
          <ac:chgData name="Doger, Shaurya" userId="660132d0-6f18-44b9-b3cb-8cde94abc1f7" providerId="ADAL" clId="{FFA8A6B3-5868-4C0F-B864-79FCD0044371}" dt="2025-12-18T00:24:02.735" v="2010" actId="20577"/>
          <ac:spMkLst>
            <pc:docMk/>
            <pc:sldMk cId="2657378412" sldId="260"/>
            <ac:spMk id="2" creationId="{CD4ABC92-FE62-CA51-B1E8-EEE5DD3431B9}"/>
          </ac:spMkLst>
        </pc:spChg>
        <pc:spChg chg="del">
          <ac:chgData name="Doger, Shaurya" userId="660132d0-6f18-44b9-b3cb-8cde94abc1f7" providerId="ADAL" clId="{FFA8A6B3-5868-4C0F-B864-79FCD0044371}" dt="2025-12-18T00:14:56.157" v="1849" actId="931"/>
          <ac:spMkLst>
            <pc:docMk/>
            <pc:sldMk cId="2657378412" sldId="260"/>
            <ac:spMk id="3" creationId="{360C72B7-9745-6027-1FEB-923DAE102F52}"/>
          </ac:spMkLst>
        </pc:spChg>
        <pc:spChg chg="add del mod">
          <ac:chgData name="Doger, Shaurya" userId="660132d0-6f18-44b9-b3cb-8cde94abc1f7" providerId="ADAL" clId="{FFA8A6B3-5868-4C0F-B864-79FCD0044371}" dt="2025-12-18T00:17:11.302" v="1853" actId="931"/>
          <ac:spMkLst>
            <pc:docMk/>
            <pc:sldMk cId="2657378412" sldId="260"/>
            <ac:spMk id="7" creationId="{CD3481A9-6B33-3B03-394E-9D9C80F5500B}"/>
          </ac:spMkLst>
        </pc:spChg>
        <pc:spChg chg="add mod">
          <ac:chgData name="Doger, Shaurya" userId="660132d0-6f18-44b9-b3cb-8cde94abc1f7" providerId="ADAL" clId="{FFA8A6B3-5868-4C0F-B864-79FCD0044371}" dt="2025-12-18T00:23:01.973" v="1998" actId="20577"/>
          <ac:spMkLst>
            <pc:docMk/>
            <pc:sldMk cId="2657378412" sldId="260"/>
            <ac:spMk id="12" creationId="{A513FFDA-AFB2-92B1-6886-FFE4D26732DA}"/>
          </ac:spMkLst>
        </pc:spChg>
        <pc:picChg chg="add del mod">
          <ac:chgData name="Doger, Shaurya" userId="660132d0-6f18-44b9-b3cb-8cde94abc1f7" providerId="ADAL" clId="{FFA8A6B3-5868-4C0F-B864-79FCD0044371}" dt="2025-12-18T00:16:57.657" v="1852" actId="478"/>
          <ac:picMkLst>
            <pc:docMk/>
            <pc:sldMk cId="2657378412" sldId="260"/>
            <ac:picMk id="5" creationId="{35188E7D-F387-649B-9F0E-E372B161F316}"/>
          </ac:picMkLst>
        </pc:picChg>
        <pc:picChg chg="add mod">
          <ac:chgData name="Doger, Shaurya" userId="660132d0-6f18-44b9-b3cb-8cde94abc1f7" providerId="ADAL" clId="{FFA8A6B3-5868-4C0F-B864-79FCD0044371}" dt="2025-12-18T00:17:26.042" v="1857" actId="1076"/>
          <ac:picMkLst>
            <pc:docMk/>
            <pc:sldMk cId="2657378412" sldId="260"/>
            <ac:picMk id="9" creationId="{CC256EC1-9513-72BA-E5E0-0A4A206F1BE6}"/>
          </ac:picMkLst>
        </pc:picChg>
        <pc:picChg chg="add mod">
          <ac:chgData name="Doger, Shaurya" userId="660132d0-6f18-44b9-b3cb-8cde94abc1f7" providerId="ADAL" clId="{FFA8A6B3-5868-4C0F-B864-79FCD0044371}" dt="2025-12-18T00:18:54.326" v="1861" actId="14100"/>
          <ac:picMkLst>
            <pc:docMk/>
            <pc:sldMk cId="2657378412" sldId="260"/>
            <ac:picMk id="11" creationId="{80E4AA12-258D-1A6C-C28B-FCA9DE52D3C7}"/>
          </ac:picMkLst>
        </pc:picChg>
      </pc:sldChg>
      <pc:sldChg chg="addSp delSp modSp new mod setBg">
        <pc:chgData name="Doger, Shaurya" userId="660132d0-6f18-44b9-b3cb-8cde94abc1f7" providerId="ADAL" clId="{FFA8A6B3-5868-4C0F-B864-79FCD0044371}" dt="2025-12-18T04:33:50.260" v="5444" actId="20577"/>
        <pc:sldMkLst>
          <pc:docMk/>
          <pc:sldMk cId="3167971977" sldId="261"/>
        </pc:sldMkLst>
        <pc:spChg chg="mod ord">
          <ac:chgData name="Doger, Shaurya" userId="660132d0-6f18-44b9-b3cb-8cde94abc1f7" providerId="ADAL" clId="{FFA8A6B3-5868-4C0F-B864-79FCD0044371}" dt="2025-12-18T01:03:40.714" v="2081" actId="20577"/>
          <ac:spMkLst>
            <pc:docMk/>
            <pc:sldMk cId="3167971977" sldId="261"/>
            <ac:spMk id="2" creationId="{C0112ACF-7A8E-45AB-A1C3-AD5454B3EF1D}"/>
          </ac:spMkLst>
        </pc:spChg>
        <pc:spChg chg="del">
          <ac:chgData name="Doger, Shaurya" userId="660132d0-6f18-44b9-b3cb-8cde94abc1f7" providerId="ADAL" clId="{FFA8A6B3-5868-4C0F-B864-79FCD0044371}" dt="2025-12-18T00:51:19.326" v="2042" actId="931"/>
          <ac:spMkLst>
            <pc:docMk/>
            <pc:sldMk cId="3167971977" sldId="261"/>
            <ac:spMk id="3" creationId="{1645ACA1-1609-A245-7B4E-7B4383A97252}"/>
          </ac:spMkLst>
        </pc:spChg>
        <pc:spChg chg="add mod">
          <ac:chgData name="Doger, Shaurya" userId="660132d0-6f18-44b9-b3cb-8cde94abc1f7" providerId="ADAL" clId="{FFA8A6B3-5868-4C0F-B864-79FCD0044371}" dt="2025-12-18T04:33:50.260" v="5444" actId="20577"/>
          <ac:spMkLst>
            <pc:docMk/>
            <pc:sldMk cId="3167971977" sldId="261"/>
            <ac:spMk id="14" creationId="{8EC5701A-BFE8-D726-F6B4-49C4DAA96EE6}"/>
          </ac:spMkLst>
        </pc:spChg>
        <pc:spChg chg="add del">
          <ac:chgData name="Doger, Shaurya" userId="660132d0-6f18-44b9-b3cb-8cde94abc1f7" providerId="ADAL" clId="{FFA8A6B3-5868-4C0F-B864-79FCD0044371}" dt="2025-12-18T00:51:37.270" v="2044" actId="26606"/>
          <ac:spMkLst>
            <pc:docMk/>
            <pc:sldMk cId="3167971977" sldId="261"/>
            <ac:spMk id="18" creationId="{A5A17FC0-D416-4C8B-A9E6-5924D352B986}"/>
          </ac:spMkLst>
        </pc:spChg>
        <pc:picChg chg="add mod ord">
          <ac:chgData name="Doger, Shaurya" userId="660132d0-6f18-44b9-b3cb-8cde94abc1f7" providerId="ADAL" clId="{FFA8A6B3-5868-4C0F-B864-79FCD0044371}" dt="2025-12-18T04:33:23.163" v="5363" actId="14100"/>
          <ac:picMkLst>
            <pc:docMk/>
            <pc:sldMk cId="3167971977" sldId="261"/>
            <ac:picMk id="5" creationId="{55987A96-D838-4746-4A97-C945F1965205}"/>
          </ac:picMkLst>
        </pc:picChg>
        <pc:picChg chg="add del mod ord">
          <ac:chgData name="Doger, Shaurya" userId="660132d0-6f18-44b9-b3cb-8cde94abc1f7" providerId="ADAL" clId="{FFA8A6B3-5868-4C0F-B864-79FCD0044371}" dt="2025-12-18T01:03:24.034" v="2076" actId="478"/>
          <ac:picMkLst>
            <pc:docMk/>
            <pc:sldMk cId="3167971977" sldId="261"/>
            <ac:picMk id="7" creationId="{75E36F68-024F-61A3-005E-32C7C99170BD}"/>
          </ac:picMkLst>
        </pc:picChg>
        <pc:picChg chg="add del mod">
          <ac:chgData name="Doger, Shaurya" userId="660132d0-6f18-44b9-b3cb-8cde94abc1f7" providerId="ADAL" clId="{FFA8A6B3-5868-4C0F-B864-79FCD0044371}" dt="2025-12-18T01:03:18.221" v="2075" actId="478"/>
          <ac:picMkLst>
            <pc:docMk/>
            <pc:sldMk cId="3167971977" sldId="261"/>
            <ac:picMk id="9" creationId="{F1B6B6E2-BB9A-9C31-18B9-227BB4168752}"/>
          </ac:picMkLst>
        </pc:picChg>
        <pc:picChg chg="add del mod">
          <ac:chgData name="Doger, Shaurya" userId="660132d0-6f18-44b9-b3cb-8cde94abc1f7" providerId="ADAL" clId="{FFA8A6B3-5868-4C0F-B864-79FCD0044371}" dt="2025-12-18T00:55:32.197" v="2068" actId="478"/>
          <ac:picMkLst>
            <pc:docMk/>
            <pc:sldMk cId="3167971977" sldId="261"/>
            <ac:picMk id="11" creationId="{4A3BA860-3216-7301-3F55-1C67FCCC8361}"/>
          </ac:picMkLst>
        </pc:picChg>
        <pc:picChg chg="add del mod ord">
          <ac:chgData name="Doger, Shaurya" userId="660132d0-6f18-44b9-b3cb-8cde94abc1f7" providerId="ADAL" clId="{FFA8A6B3-5868-4C0F-B864-79FCD0044371}" dt="2025-12-18T00:55:10.718" v="2063" actId="478"/>
          <ac:picMkLst>
            <pc:docMk/>
            <pc:sldMk cId="3167971977" sldId="261"/>
            <ac:picMk id="13" creationId="{30221667-DC4A-D5C4-05ED-9C7F1861E8A1}"/>
          </ac:picMkLst>
        </pc:picChg>
        <pc:cxnChg chg="add del">
          <ac:chgData name="Doger, Shaurya" userId="660132d0-6f18-44b9-b3cb-8cde94abc1f7" providerId="ADAL" clId="{FFA8A6B3-5868-4C0F-B864-79FCD0044371}" dt="2025-12-18T00:51:37.270" v="2044" actId="26606"/>
          <ac:cxnSpMkLst>
            <pc:docMk/>
            <pc:sldMk cId="3167971977" sldId="261"/>
            <ac:cxnSpMk id="22" creationId="{FF76A74F-C283-4DED-BD4D-086753B7CB00}"/>
          </ac:cxnSpMkLst>
        </pc:cxnChg>
        <pc:cxnChg chg="add del">
          <ac:chgData name="Doger, Shaurya" userId="660132d0-6f18-44b9-b3cb-8cde94abc1f7" providerId="ADAL" clId="{FFA8A6B3-5868-4C0F-B864-79FCD0044371}" dt="2025-12-18T00:51:37.270" v="2044" actId="26606"/>
          <ac:cxnSpMkLst>
            <pc:docMk/>
            <pc:sldMk cId="3167971977" sldId="261"/>
            <ac:cxnSpMk id="24" creationId="{3B2791FB-B2F7-4BBE-B8D8-74C37FF9E85C}"/>
          </ac:cxnSpMkLst>
        </pc:cxnChg>
        <pc:cxnChg chg="add del">
          <ac:chgData name="Doger, Shaurya" userId="660132d0-6f18-44b9-b3cb-8cde94abc1f7" providerId="ADAL" clId="{FFA8A6B3-5868-4C0F-B864-79FCD0044371}" dt="2025-12-18T00:51:37.270" v="2044" actId="26606"/>
          <ac:cxnSpMkLst>
            <pc:docMk/>
            <pc:sldMk cId="3167971977" sldId="261"/>
            <ac:cxnSpMk id="28" creationId="{77A9CA3A-7216-41E0-B3CD-058077FD396D}"/>
          </ac:cxnSpMkLst>
        </pc:cxnChg>
      </pc:sldChg>
      <pc:sldChg chg="modSp new mod">
        <pc:chgData name="Doger, Shaurya" userId="660132d0-6f18-44b9-b3cb-8cde94abc1f7" providerId="ADAL" clId="{FFA8A6B3-5868-4C0F-B864-79FCD0044371}" dt="2025-12-18T04:32:58.352" v="5362" actId="20577"/>
        <pc:sldMkLst>
          <pc:docMk/>
          <pc:sldMk cId="3872791349" sldId="262"/>
        </pc:sldMkLst>
        <pc:spChg chg="mod">
          <ac:chgData name="Doger, Shaurya" userId="660132d0-6f18-44b9-b3cb-8cde94abc1f7" providerId="ADAL" clId="{FFA8A6B3-5868-4C0F-B864-79FCD0044371}" dt="2025-12-18T04:32:58.352" v="5362" actId="20577"/>
          <ac:spMkLst>
            <pc:docMk/>
            <pc:sldMk cId="3872791349" sldId="262"/>
            <ac:spMk id="2" creationId="{47DC2EAB-54B8-91DE-41AC-06365BDAF699}"/>
          </ac:spMkLst>
        </pc:spChg>
        <pc:spChg chg="mod">
          <ac:chgData name="Doger, Shaurya" userId="660132d0-6f18-44b9-b3cb-8cde94abc1f7" providerId="ADAL" clId="{FFA8A6B3-5868-4C0F-B864-79FCD0044371}" dt="2025-12-18T02:06:00.932" v="3730" actId="20577"/>
          <ac:spMkLst>
            <pc:docMk/>
            <pc:sldMk cId="3872791349" sldId="262"/>
            <ac:spMk id="3" creationId="{66E9DBCC-AFF9-FF90-5285-CA06C574F4DB}"/>
          </ac:spMkLst>
        </pc:spChg>
      </pc:sldChg>
      <pc:sldChg chg="modSp new mod">
        <pc:chgData name="Doger, Shaurya" userId="660132d0-6f18-44b9-b3cb-8cde94abc1f7" providerId="ADAL" clId="{FFA8A6B3-5868-4C0F-B864-79FCD0044371}" dt="2025-12-18T04:44:41.013" v="5908" actId="20577"/>
        <pc:sldMkLst>
          <pc:docMk/>
          <pc:sldMk cId="2064981484" sldId="263"/>
        </pc:sldMkLst>
        <pc:spChg chg="mod">
          <ac:chgData name="Doger, Shaurya" userId="660132d0-6f18-44b9-b3cb-8cde94abc1f7" providerId="ADAL" clId="{FFA8A6B3-5868-4C0F-B864-79FCD0044371}" dt="2025-12-18T04:44:41.013" v="5908" actId="20577"/>
          <ac:spMkLst>
            <pc:docMk/>
            <pc:sldMk cId="2064981484" sldId="263"/>
            <ac:spMk id="2" creationId="{F151CFCE-FA0A-8B8D-C006-C4CD5402A015}"/>
          </ac:spMkLst>
        </pc:spChg>
        <pc:spChg chg="mod">
          <ac:chgData name="Doger, Shaurya" userId="660132d0-6f18-44b9-b3cb-8cde94abc1f7" providerId="ADAL" clId="{FFA8A6B3-5868-4C0F-B864-79FCD0044371}" dt="2025-12-18T02:19:51.099" v="4504" actId="27636"/>
          <ac:spMkLst>
            <pc:docMk/>
            <pc:sldMk cId="2064981484" sldId="263"/>
            <ac:spMk id="3" creationId="{F6093C8B-5CB6-6AC4-AEE0-75105817385B}"/>
          </ac:spMkLst>
        </pc:spChg>
      </pc:sldChg>
      <pc:sldChg chg="modSp new mod">
        <pc:chgData name="Doger, Shaurya" userId="660132d0-6f18-44b9-b3cb-8cde94abc1f7" providerId="ADAL" clId="{FFA8A6B3-5868-4C0F-B864-79FCD0044371}" dt="2025-12-18T04:44:31.454" v="5900" actId="14100"/>
        <pc:sldMkLst>
          <pc:docMk/>
          <pc:sldMk cId="747931434" sldId="264"/>
        </pc:sldMkLst>
        <pc:spChg chg="mod">
          <ac:chgData name="Doger, Shaurya" userId="660132d0-6f18-44b9-b3cb-8cde94abc1f7" providerId="ADAL" clId="{FFA8A6B3-5868-4C0F-B864-79FCD0044371}" dt="2025-12-17T08:17:04.621" v="1482" actId="20577"/>
          <ac:spMkLst>
            <pc:docMk/>
            <pc:sldMk cId="747931434" sldId="264"/>
            <ac:spMk id="2" creationId="{A240C326-0A76-FDE1-B350-2410C62856BC}"/>
          </ac:spMkLst>
        </pc:spChg>
        <pc:spChg chg="mod">
          <ac:chgData name="Doger, Shaurya" userId="660132d0-6f18-44b9-b3cb-8cde94abc1f7" providerId="ADAL" clId="{FFA8A6B3-5868-4C0F-B864-79FCD0044371}" dt="2025-12-18T04:44:31.454" v="5900" actId="14100"/>
          <ac:spMkLst>
            <pc:docMk/>
            <pc:sldMk cId="747931434" sldId="264"/>
            <ac:spMk id="3" creationId="{D15560A9-451C-5B85-61B5-65C99D286224}"/>
          </ac:spMkLst>
        </pc:spChg>
      </pc:sldChg>
      <pc:sldChg chg="modSp new mod">
        <pc:chgData name="Doger, Shaurya" userId="660132d0-6f18-44b9-b3cb-8cde94abc1f7" providerId="ADAL" clId="{FFA8A6B3-5868-4C0F-B864-79FCD0044371}" dt="2025-12-18T04:58:22.427" v="6563" actId="20577"/>
        <pc:sldMkLst>
          <pc:docMk/>
          <pc:sldMk cId="1981476717" sldId="265"/>
        </pc:sldMkLst>
        <pc:spChg chg="mod">
          <ac:chgData name="Doger, Shaurya" userId="660132d0-6f18-44b9-b3cb-8cde94abc1f7" providerId="ADAL" clId="{FFA8A6B3-5868-4C0F-B864-79FCD0044371}" dt="2025-12-17T08:18:53.030" v="1499" actId="20577"/>
          <ac:spMkLst>
            <pc:docMk/>
            <pc:sldMk cId="1981476717" sldId="265"/>
            <ac:spMk id="2" creationId="{8399674C-1695-87E7-98F5-6ABA9F28C257}"/>
          </ac:spMkLst>
        </pc:spChg>
        <pc:spChg chg="mod">
          <ac:chgData name="Doger, Shaurya" userId="660132d0-6f18-44b9-b3cb-8cde94abc1f7" providerId="ADAL" clId="{FFA8A6B3-5868-4C0F-B864-79FCD0044371}" dt="2025-12-18T04:58:22.427" v="6563" actId="20577"/>
          <ac:spMkLst>
            <pc:docMk/>
            <pc:sldMk cId="1981476717" sldId="265"/>
            <ac:spMk id="3" creationId="{D7A35CAA-4948-DADD-EFF4-4B1BE1D016CE}"/>
          </ac:spMkLst>
        </pc:spChg>
      </pc:sldChg>
      <pc:sldChg chg="addSp delSp modSp new mod ord">
        <pc:chgData name="Doger, Shaurya" userId="660132d0-6f18-44b9-b3cb-8cde94abc1f7" providerId="ADAL" clId="{FFA8A6B3-5868-4C0F-B864-79FCD0044371}" dt="2025-12-18T01:35:24.250" v="2539" actId="1076"/>
        <pc:sldMkLst>
          <pc:docMk/>
          <pc:sldMk cId="906630722" sldId="266"/>
        </pc:sldMkLst>
        <pc:spChg chg="mod">
          <ac:chgData name="Doger, Shaurya" userId="660132d0-6f18-44b9-b3cb-8cde94abc1f7" providerId="ADAL" clId="{FFA8A6B3-5868-4C0F-B864-79FCD0044371}" dt="2025-12-18T01:19:32.368" v="2509" actId="14100"/>
          <ac:spMkLst>
            <pc:docMk/>
            <pc:sldMk cId="906630722" sldId="266"/>
            <ac:spMk id="2" creationId="{800956DA-9405-3441-7337-38F0B4F0FF77}"/>
          </ac:spMkLst>
        </pc:spChg>
        <pc:spChg chg="del">
          <ac:chgData name="Doger, Shaurya" userId="660132d0-6f18-44b9-b3cb-8cde94abc1f7" providerId="ADAL" clId="{FFA8A6B3-5868-4C0F-B864-79FCD0044371}" dt="2025-12-18T01:19:46.929" v="2513" actId="478"/>
          <ac:spMkLst>
            <pc:docMk/>
            <pc:sldMk cId="906630722" sldId="266"/>
            <ac:spMk id="3" creationId="{4AF9B0FA-6BCB-D491-228D-BE3576A8B301}"/>
          </ac:spMkLst>
        </pc:spChg>
        <pc:spChg chg="add mod">
          <ac:chgData name="Doger, Shaurya" userId="660132d0-6f18-44b9-b3cb-8cde94abc1f7" providerId="ADAL" clId="{FFA8A6B3-5868-4C0F-B864-79FCD0044371}" dt="2025-12-18T01:33:46.176" v="2530" actId="1076"/>
          <ac:spMkLst>
            <pc:docMk/>
            <pc:sldMk cId="906630722" sldId="266"/>
            <ac:spMk id="6" creationId="{FDBB6C41-ACEE-424B-340C-4888819ECB2B}"/>
          </ac:spMkLst>
        </pc:spChg>
        <pc:spChg chg="add mod">
          <ac:chgData name="Doger, Shaurya" userId="660132d0-6f18-44b9-b3cb-8cde94abc1f7" providerId="ADAL" clId="{FFA8A6B3-5868-4C0F-B864-79FCD0044371}" dt="2025-12-18T01:35:24.250" v="2539" actId="1076"/>
          <ac:spMkLst>
            <pc:docMk/>
            <pc:sldMk cId="906630722" sldId="266"/>
            <ac:spMk id="7" creationId="{7DC178CB-36DB-72D1-7636-089DABDC422B}"/>
          </ac:spMkLst>
        </pc:spChg>
        <pc:picChg chg="add mod">
          <ac:chgData name="Doger, Shaurya" userId="660132d0-6f18-44b9-b3cb-8cde94abc1f7" providerId="ADAL" clId="{FFA8A6B3-5868-4C0F-B864-79FCD0044371}" dt="2025-12-18T01:26:49.208" v="2519" actId="14100"/>
          <ac:picMkLst>
            <pc:docMk/>
            <pc:sldMk cId="906630722" sldId="266"/>
            <ac:picMk id="4" creationId="{F692714E-4386-179C-8DEB-90BE922573FA}"/>
          </ac:picMkLst>
        </pc:picChg>
        <pc:picChg chg="add mod">
          <ac:chgData name="Doger, Shaurya" userId="660132d0-6f18-44b9-b3cb-8cde94abc1f7" providerId="ADAL" clId="{FFA8A6B3-5868-4C0F-B864-79FCD0044371}" dt="2025-12-18T01:27:48.263" v="2520" actId="1076"/>
          <ac:picMkLst>
            <pc:docMk/>
            <pc:sldMk cId="906630722" sldId="266"/>
            <ac:picMk id="5" creationId="{D3C05D9E-56B9-94A9-052A-A3FA9AB4FD99}"/>
          </ac:picMkLst>
        </pc:picChg>
      </pc:sldChg>
      <pc:sldChg chg="addSp delSp modSp new mod">
        <pc:chgData name="Doger, Shaurya" userId="660132d0-6f18-44b9-b3cb-8cde94abc1f7" providerId="ADAL" clId="{FFA8A6B3-5868-4C0F-B864-79FCD0044371}" dt="2025-12-18T01:35:51.846" v="2550" actId="20577"/>
        <pc:sldMkLst>
          <pc:docMk/>
          <pc:sldMk cId="3790927130" sldId="267"/>
        </pc:sldMkLst>
        <pc:spChg chg="mod">
          <ac:chgData name="Doger, Shaurya" userId="660132d0-6f18-44b9-b3cb-8cde94abc1f7" providerId="ADAL" clId="{FFA8A6B3-5868-4C0F-B864-79FCD0044371}" dt="2025-12-18T01:15:13.437" v="2437" actId="14100"/>
          <ac:spMkLst>
            <pc:docMk/>
            <pc:sldMk cId="3790927130" sldId="267"/>
            <ac:spMk id="2" creationId="{8E58B9D4-FF6A-B0D1-51F1-490715AA2998}"/>
          </ac:spMkLst>
        </pc:spChg>
        <pc:spChg chg="del mod">
          <ac:chgData name="Doger, Shaurya" userId="660132d0-6f18-44b9-b3cb-8cde94abc1f7" providerId="ADAL" clId="{FFA8A6B3-5868-4C0F-B864-79FCD0044371}" dt="2025-12-18T01:15:32.557" v="2439" actId="21"/>
          <ac:spMkLst>
            <pc:docMk/>
            <pc:sldMk cId="3790927130" sldId="267"/>
            <ac:spMk id="3" creationId="{198612B0-458C-88A2-E564-1FFB2B592749}"/>
          </ac:spMkLst>
        </pc:spChg>
        <pc:spChg chg="add mod">
          <ac:chgData name="Doger, Shaurya" userId="660132d0-6f18-44b9-b3cb-8cde94abc1f7" providerId="ADAL" clId="{FFA8A6B3-5868-4C0F-B864-79FCD0044371}" dt="2025-12-18T01:35:51.846" v="2550" actId="20577"/>
          <ac:spMkLst>
            <pc:docMk/>
            <pc:sldMk cId="3790927130" sldId="267"/>
            <ac:spMk id="6" creationId="{74A1E0A8-7FD1-FCAB-4E63-6905EB4077F6}"/>
          </ac:spMkLst>
        </pc:spChg>
        <pc:spChg chg="add mod">
          <ac:chgData name="Doger, Shaurya" userId="660132d0-6f18-44b9-b3cb-8cde94abc1f7" providerId="ADAL" clId="{FFA8A6B3-5868-4C0F-B864-79FCD0044371}" dt="2025-12-18T01:18:43.110" v="2503" actId="1076"/>
          <ac:spMkLst>
            <pc:docMk/>
            <pc:sldMk cId="3790927130" sldId="267"/>
            <ac:spMk id="7" creationId="{C8509798-8EF3-A67D-D73D-DF6AD0314D3A}"/>
          </ac:spMkLst>
        </pc:spChg>
        <pc:picChg chg="add mod">
          <ac:chgData name="Doger, Shaurya" userId="660132d0-6f18-44b9-b3cb-8cde94abc1f7" providerId="ADAL" clId="{FFA8A6B3-5868-4C0F-B864-79FCD0044371}" dt="2025-12-18T01:14:42.502" v="2430" actId="14100"/>
          <ac:picMkLst>
            <pc:docMk/>
            <pc:sldMk cId="3790927130" sldId="267"/>
            <ac:picMk id="4" creationId="{0B535BCE-9361-F8BF-E67E-19B60A4BBC07}"/>
          </ac:picMkLst>
        </pc:picChg>
        <pc:picChg chg="add mod">
          <ac:chgData name="Doger, Shaurya" userId="660132d0-6f18-44b9-b3cb-8cde94abc1f7" providerId="ADAL" clId="{FFA8A6B3-5868-4C0F-B864-79FCD0044371}" dt="2025-12-18T01:15:39.234" v="2440" actId="1076"/>
          <ac:picMkLst>
            <pc:docMk/>
            <pc:sldMk cId="3790927130" sldId="267"/>
            <ac:picMk id="5" creationId="{CA3B6585-FC43-E4D9-D99D-699D54851AE7}"/>
          </ac:picMkLst>
        </pc:picChg>
      </pc:sldChg>
      <pc:sldChg chg="addSp delSp modSp new mod">
        <pc:chgData name="Doger, Shaurya" userId="660132d0-6f18-44b9-b3cb-8cde94abc1f7" providerId="ADAL" clId="{FFA8A6B3-5868-4C0F-B864-79FCD0044371}" dt="2025-12-18T04:17:45.026" v="5207" actId="20577"/>
        <pc:sldMkLst>
          <pc:docMk/>
          <pc:sldMk cId="1721465867" sldId="268"/>
        </pc:sldMkLst>
        <pc:spChg chg="mod">
          <ac:chgData name="Doger, Shaurya" userId="660132d0-6f18-44b9-b3cb-8cde94abc1f7" providerId="ADAL" clId="{FFA8A6B3-5868-4C0F-B864-79FCD0044371}" dt="2025-12-18T01:44:43.801" v="2703" actId="20577"/>
          <ac:spMkLst>
            <pc:docMk/>
            <pc:sldMk cId="1721465867" sldId="268"/>
            <ac:spMk id="2" creationId="{3CFA7C40-BB87-AD97-1C7D-615931C1576B}"/>
          </ac:spMkLst>
        </pc:spChg>
        <pc:spChg chg="del">
          <ac:chgData name="Doger, Shaurya" userId="660132d0-6f18-44b9-b3cb-8cde94abc1f7" providerId="ADAL" clId="{FFA8A6B3-5868-4C0F-B864-79FCD0044371}" dt="2025-12-18T02:28:39.254" v="4505" actId="931"/>
          <ac:spMkLst>
            <pc:docMk/>
            <pc:sldMk cId="1721465867" sldId="268"/>
            <ac:spMk id="3" creationId="{CE0EFA82-27BB-1095-BC6E-3274008107BC}"/>
          </ac:spMkLst>
        </pc:spChg>
        <pc:spChg chg="add mod">
          <ac:chgData name="Doger, Shaurya" userId="660132d0-6f18-44b9-b3cb-8cde94abc1f7" providerId="ADAL" clId="{FFA8A6B3-5868-4C0F-B864-79FCD0044371}" dt="2025-12-18T04:17:45.026" v="5207" actId="20577"/>
          <ac:spMkLst>
            <pc:docMk/>
            <pc:sldMk cId="1721465867" sldId="268"/>
            <ac:spMk id="6" creationId="{61FEC619-123C-33EC-FA0E-A929C355FEAA}"/>
          </ac:spMkLst>
        </pc:spChg>
        <pc:picChg chg="add mod">
          <ac:chgData name="Doger, Shaurya" userId="660132d0-6f18-44b9-b3cb-8cde94abc1f7" providerId="ADAL" clId="{FFA8A6B3-5868-4C0F-B864-79FCD0044371}" dt="2025-12-18T04:08:13.944" v="4689" actId="1076"/>
          <ac:picMkLst>
            <pc:docMk/>
            <pc:sldMk cId="1721465867" sldId="268"/>
            <ac:picMk id="5" creationId="{FBEF274A-165D-B073-B339-184862B0049A}"/>
          </ac:picMkLst>
        </pc:picChg>
      </pc:sldChg>
      <pc:sldChg chg="addSp delSp modSp new mod">
        <pc:chgData name="Doger, Shaurya" userId="660132d0-6f18-44b9-b3cb-8cde94abc1f7" providerId="ADAL" clId="{FFA8A6B3-5868-4C0F-B864-79FCD0044371}" dt="2025-12-18T04:32:40.919" v="5349" actId="313"/>
        <pc:sldMkLst>
          <pc:docMk/>
          <pc:sldMk cId="2876773997" sldId="269"/>
        </pc:sldMkLst>
        <pc:spChg chg="mod">
          <ac:chgData name="Doger, Shaurya" userId="660132d0-6f18-44b9-b3cb-8cde94abc1f7" providerId="ADAL" clId="{FFA8A6B3-5868-4C0F-B864-79FCD0044371}" dt="2025-12-18T04:28:51.728" v="5213" actId="14100"/>
          <ac:spMkLst>
            <pc:docMk/>
            <pc:sldMk cId="2876773997" sldId="269"/>
            <ac:spMk id="2" creationId="{DF5E448F-1B3A-4040-9C41-A582A4BE9376}"/>
          </ac:spMkLst>
        </pc:spChg>
        <pc:spChg chg="del">
          <ac:chgData name="Doger, Shaurya" userId="660132d0-6f18-44b9-b3cb-8cde94abc1f7" providerId="ADAL" clId="{FFA8A6B3-5868-4C0F-B864-79FCD0044371}" dt="2025-12-18T04:30:13.442" v="5214" actId="931"/>
          <ac:spMkLst>
            <pc:docMk/>
            <pc:sldMk cId="2876773997" sldId="269"/>
            <ac:spMk id="3" creationId="{B5F628AC-2DF8-D3E4-E726-3CB6B2735727}"/>
          </ac:spMkLst>
        </pc:spChg>
        <pc:spChg chg="add mod">
          <ac:chgData name="Doger, Shaurya" userId="660132d0-6f18-44b9-b3cb-8cde94abc1f7" providerId="ADAL" clId="{FFA8A6B3-5868-4C0F-B864-79FCD0044371}" dt="2025-12-18T04:32:40.919" v="5349" actId="313"/>
          <ac:spMkLst>
            <pc:docMk/>
            <pc:sldMk cId="2876773997" sldId="269"/>
            <ac:spMk id="6" creationId="{A8F45749-AF5A-3445-8336-0F409FDCBA8E}"/>
          </ac:spMkLst>
        </pc:spChg>
        <pc:picChg chg="add mod">
          <ac:chgData name="Doger, Shaurya" userId="660132d0-6f18-44b9-b3cb-8cde94abc1f7" providerId="ADAL" clId="{FFA8A6B3-5868-4C0F-B864-79FCD0044371}" dt="2025-12-18T04:30:34.326" v="5216" actId="1582"/>
          <ac:picMkLst>
            <pc:docMk/>
            <pc:sldMk cId="2876773997" sldId="269"/>
            <ac:picMk id="5" creationId="{376C9585-E0C2-7925-DE20-63F93F169602}"/>
          </ac:picMkLst>
        </pc:picChg>
      </pc:sldChg>
      <pc:sldChg chg="addSp delSp modSp new mod">
        <pc:chgData name="Doger, Shaurya" userId="660132d0-6f18-44b9-b3cb-8cde94abc1f7" providerId="ADAL" clId="{FFA8A6B3-5868-4C0F-B864-79FCD0044371}" dt="2025-12-18T04:37:01.518" v="5474" actId="14100"/>
        <pc:sldMkLst>
          <pc:docMk/>
          <pc:sldMk cId="2162133289" sldId="270"/>
        </pc:sldMkLst>
        <pc:spChg chg="mod">
          <ac:chgData name="Doger, Shaurya" userId="660132d0-6f18-44b9-b3cb-8cde94abc1f7" providerId="ADAL" clId="{FFA8A6B3-5868-4C0F-B864-79FCD0044371}" dt="2025-12-18T04:36:25.371" v="5467" actId="20577"/>
          <ac:spMkLst>
            <pc:docMk/>
            <pc:sldMk cId="2162133289" sldId="270"/>
            <ac:spMk id="2" creationId="{56F90E10-7A56-DA63-002E-3F48131EDEC8}"/>
          </ac:spMkLst>
        </pc:spChg>
        <pc:spChg chg="del">
          <ac:chgData name="Doger, Shaurya" userId="660132d0-6f18-44b9-b3cb-8cde94abc1f7" providerId="ADAL" clId="{FFA8A6B3-5868-4C0F-B864-79FCD0044371}" dt="2025-12-18T04:36:37.632" v="5468" actId="931"/>
          <ac:spMkLst>
            <pc:docMk/>
            <pc:sldMk cId="2162133289" sldId="270"/>
            <ac:spMk id="3" creationId="{0231D608-8B2E-E0BD-42DC-A5BB60566237}"/>
          </ac:spMkLst>
        </pc:spChg>
        <pc:picChg chg="add mod">
          <ac:chgData name="Doger, Shaurya" userId="660132d0-6f18-44b9-b3cb-8cde94abc1f7" providerId="ADAL" clId="{FFA8A6B3-5868-4C0F-B864-79FCD0044371}" dt="2025-12-18T04:37:01.518" v="5474" actId="14100"/>
          <ac:picMkLst>
            <pc:docMk/>
            <pc:sldMk cId="2162133289" sldId="270"/>
            <ac:picMk id="5" creationId="{060A2B54-67DA-0A5A-707B-D94B78508FDD}"/>
          </ac:picMkLst>
        </pc:picChg>
      </pc:sldChg>
      <pc:sldChg chg="modSp new mod">
        <pc:chgData name="Doger, Shaurya" userId="660132d0-6f18-44b9-b3cb-8cde94abc1f7" providerId="ADAL" clId="{FFA8A6B3-5868-4C0F-B864-79FCD0044371}" dt="2025-12-18T04:49:14.842" v="6339" actId="20577"/>
        <pc:sldMkLst>
          <pc:docMk/>
          <pc:sldMk cId="2147189630" sldId="271"/>
        </pc:sldMkLst>
        <pc:spChg chg="mod">
          <ac:chgData name="Doger, Shaurya" userId="660132d0-6f18-44b9-b3cb-8cde94abc1f7" providerId="ADAL" clId="{FFA8A6B3-5868-4C0F-B864-79FCD0044371}" dt="2025-12-18T04:45:09.124" v="5915" actId="20577"/>
          <ac:spMkLst>
            <pc:docMk/>
            <pc:sldMk cId="2147189630" sldId="271"/>
            <ac:spMk id="2" creationId="{E4AA2C5B-63CD-85BD-69ED-42725E62056C}"/>
          </ac:spMkLst>
        </pc:spChg>
        <pc:spChg chg="mod">
          <ac:chgData name="Doger, Shaurya" userId="660132d0-6f18-44b9-b3cb-8cde94abc1f7" providerId="ADAL" clId="{FFA8A6B3-5868-4C0F-B864-79FCD0044371}" dt="2025-12-18T04:49:14.842" v="6339" actId="20577"/>
          <ac:spMkLst>
            <pc:docMk/>
            <pc:sldMk cId="2147189630" sldId="271"/>
            <ac:spMk id="3" creationId="{531295BD-E335-E706-2698-99BD2580D688}"/>
          </ac:spMkLst>
        </pc:spChg>
      </pc:sldChg>
      <pc:sldChg chg="addSp delSp modSp new mod">
        <pc:chgData name="Doger, Shaurya" userId="660132d0-6f18-44b9-b3cb-8cde94abc1f7" providerId="ADAL" clId="{FFA8A6B3-5868-4C0F-B864-79FCD0044371}" dt="2025-12-18T04:57:24.849" v="6499" actId="14100"/>
        <pc:sldMkLst>
          <pc:docMk/>
          <pc:sldMk cId="844637250" sldId="272"/>
        </pc:sldMkLst>
        <pc:spChg chg="mod">
          <ac:chgData name="Doger, Shaurya" userId="660132d0-6f18-44b9-b3cb-8cde94abc1f7" providerId="ADAL" clId="{FFA8A6B3-5868-4C0F-B864-79FCD0044371}" dt="2025-12-18T04:57:13.401" v="6496" actId="20577"/>
          <ac:spMkLst>
            <pc:docMk/>
            <pc:sldMk cId="844637250" sldId="272"/>
            <ac:spMk id="2" creationId="{C4770AE5-72EA-57BE-5EF5-971B8F924AF0}"/>
          </ac:spMkLst>
        </pc:spChg>
        <pc:spChg chg="del">
          <ac:chgData name="Doger, Shaurya" userId="660132d0-6f18-44b9-b3cb-8cde94abc1f7" providerId="ADAL" clId="{FFA8A6B3-5868-4C0F-B864-79FCD0044371}" dt="2025-12-18T04:56:55.242" v="6474" actId="931"/>
          <ac:spMkLst>
            <pc:docMk/>
            <pc:sldMk cId="844637250" sldId="272"/>
            <ac:spMk id="3" creationId="{B25F039E-16B5-8A5E-3AB2-D6E86004A785}"/>
          </ac:spMkLst>
        </pc:spChg>
        <pc:picChg chg="add mod">
          <ac:chgData name="Doger, Shaurya" userId="660132d0-6f18-44b9-b3cb-8cde94abc1f7" providerId="ADAL" clId="{FFA8A6B3-5868-4C0F-B864-79FCD0044371}" dt="2025-12-18T04:57:24.849" v="6499" actId="14100"/>
          <ac:picMkLst>
            <pc:docMk/>
            <pc:sldMk cId="844637250" sldId="272"/>
            <ac:picMk id="5" creationId="{7A10C8DB-21E8-DF72-7FEA-1DD4009A53A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2.xml"/><Relationship Id="rId4" Type="http://schemas.openxmlformats.org/officeDocument/2006/relationships/image" Target="../media/image7.tmp"/></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1361C36-621F-0530-F4A0-7FA609028A60}"/>
              </a:ext>
            </a:extLst>
          </p:cNvPr>
          <p:cNvPicPr>
            <a:picLocks noChangeAspect="1"/>
          </p:cNvPicPr>
          <p:nvPr/>
        </p:nvPicPr>
        <p:blipFill>
          <a:blip r:embed="rId2">
            <a:extLst>
              <a:ext uri="{28A0092B-C50C-407E-A947-70E740481C1C}">
                <a14:useLocalDpi xmlns:a14="http://schemas.microsoft.com/office/drawing/2010/main" val="0"/>
              </a:ext>
            </a:extLst>
          </a:blip>
          <a:srcRect r="21631" b="-1"/>
          <a:stretch>
            <a:fillRect/>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77981" y="1122363"/>
            <a:ext cx="4023360" cy="3204134"/>
          </a:xfrm>
        </p:spPr>
        <p:txBody>
          <a:bodyPr anchor="b">
            <a:normAutofit/>
          </a:bodyPr>
          <a:lstStyle/>
          <a:p>
            <a:pPr algn="l"/>
            <a:r>
              <a:rPr lang="en-US" sz="4800"/>
              <a:t>ECE 570 - Computer Networks Final Project</a:t>
            </a:r>
          </a:p>
        </p:txBody>
      </p:sp>
      <p:sp>
        <p:nvSpPr>
          <p:cNvPr id="3" name="Subtitle 2"/>
          <p:cNvSpPr>
            <a:spLocks noGrp="1"/>
          </p:cNvSpPr>
          <p:nvPr>
            <p:ph type="subTitle" idx="1"/>
          </p:nvPr>
        </p:nvSpPr>
        <p:spPr>
          <a:xfrm>
            <a:off x="477980" y="4872922"/>
            <a:ext cx="4023359" cy="1208141"/>
          </a:xfrm>
        </p:spPr>
        <p:txBody>
          <a:bodyPr>
            <a:normAutofit/>
          </a:bodyPr>
          <a:lstStyle/>
          <a:p>
            <a:pPr algn="l"/>
            <a:r>
              <a:rPr lang="en-US" sz="2000"/>
              <a:t>By Shaurya Doger</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0EC76-5B21-56DF-79AF-903286ADBC20}"/>
              </a:ext>
            </a:extLst>
          </p:cNvPr>
          <p:cNvSpPr>
            <a:spLocks noGrp="1"/>
          </p:cNvSpPr>
          <p:nvPr>
            <p:ph type="title"/>
          </p:nvPr>
        </p:nvSpPr>
        <p:spPr/>
        <p:txBody>
          <a:bodyPr/>
          <a:lstStyle/>
          <a:p>
            <a:r>
              <a:rPr lang="en-US" dirty="0"/>
              <a:t>Intro</a:t>
            </a:r>
          </a:p>
        </p:txBody>
      </p:sp>
      <p:sp>
        <p:nvSpPr>
          <p:cNvPr id="3" name="Content Placeholder 2">
            <a:extLst>
              <a:ext uri="{FF2B5EF4-FFF2-40B4-BE49-F238E27FC236}">
                <a16:creationId xmlns:a16="http://schemas.microsoft.com/office/drawing/2014/main" id="{B60B0B83-F6C0-3B47-C397-14C2CD08D6B9}"/>
              </a:ext>
            </a:extLst>
          </p:cNvPr>
          <p:cNvSpPr>
            <a:spLocks noGrp="1"/>
          </p:cNvSpPr>
          <p:nvPr>
            <p:ph idx="1"/>
          </p:nvPr>
        </p:nvSpPr>
        <p:spPr/>
        <p:txBody>
          <a:bodyPr/>
          <a:lstStyle/>
          <a:p>
            <a:r>
              <a:rPr lang="en-US" dirty="0"/>
              <a:t>This project aims to describe Internet-of-Things communications from (</a:t>
            </a:r>
            <a:r>
              <a:rPr lang="en-US" b="1" dirty="0"/>
              <a:t>Sensor node</a:t>
            </a:r>
            <a:r>
              <a:rPr lang="en-US" dirty="0"/>
              <a:t>)       (</a:t>
            </a:r>
            <a:r>
              <a:rPr lang="en-US" b="1" dirty="0"/>
              <a:t>Collector Node</a:t>
            </a:r>
            <a:r>
              <a:rPr lang="en-US" dirty="0"/>
              <a:t>)      (</a:t>
            </a:r>
            <a:r>
              <a:rPr lang="en-US" b="1" dirty="0"/>
              <a:t>Python Wi-Fi Server</a:t>
            </a:r>
            <a:r>
              <a:rPr lang="en-US" dirty="0"/>
              <a:t>)      (</a:t>
            </a:r>
            <a:r>
              <a:rPr lang="en-US" b="1" dirty="0"/>
              <a:t>Figure Display</a:t>
            </a:r>
            <a:r>
              <a:rPr lang="en-US" dirty="0"/>
              <a:t>).</a:t>
            </a:r>
          </a:p>
          <a:p>
            <a:r>
              <a:rPr lang="en-US" dirty="0"/>
              <a:t>The sensor utilized here is the infrared obstacle sensor.</a:t>
            </a:r>
          </a:p>
          <a:p>
            <a:r>
              <a:rPr lang="en-US" dirty="0"/>
              <a:t>The purpose of all this is to ensure that all the sensor data gets sent to Python for both displaying the information as well as Machine Learning Analysis to test for accuracy via Random Forest Classifier.</a:t>
            </a:r>
          </a:p>
        </p:txBody>
      </p:sp>
      <p:cxnSp>
        <p:nvCxnSpPr>
          <p:cNvPr id="7" name="Straight Arrow Connector 6">
            <a:extLst>
              <a:ext uri="{FF2B5EF4-FFF2-40B4-BE49-F238E27FC236}">
                <a16:creationId xmlns:a16="http://schemas.microsoft.com/office/drawing/2014/main" id="{75790C15-2C1F-6651-DE0A-DEE57F7DDE3D}"/>
              </a:ext>
            </a:extLst>
          </p:cNvPr>
          <p:cNvCxnSpPr>
            <a:cxnSpLocks/>
          </p:cNvCxnSpPr>
          <p:nvPr/>
        </p:nvCxnSpPr>
        <p:spPr>
          <a:xfrm>
            <a:off x="4257040" y="2428240"/>
            <a:ext cx="38608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9D819344-4ED6-88D7-283E-20DF882CB39D}"/>
              </a:ext>
            </a:extLst>
          </p:cNvPr>
          <p:cNvCxnSpPr>
            <a:cxnSpLocks/>
          </p:cNvCxnSpPr>
          <p:nvPr/>
        </p:nvCxnSpPr>
        <p:spPr>
          <a:xfrm>
            <a:off x="7396480" y="2428240"/>
            <a:ext cx="38608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83A9D82-D02B-175E-BBFC-AC871D157984}"/>
              </a:ext>
            </a:extLst>
          </p:cNvPr>
          <p:cNvCxnSpPr>
            <a:cxnSpLocks/>
          </p:cNvCxnSpPr>
          <p:nvPr/>
        </p:nvCxnSpPr>
        <p:spPr>
          <a:xfrm>
            <a:off x="11211560" y="2428240"/>
            <a:ext cx="38608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9DA311D6-6A39-0529-304D-96EFEFE26A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14560" y="2872336"/>
            <a:ext cx="1056640" cy="656273"/>
          </a:xfrm>
          <a:prstGeom prst="rect">
            <a:avLst/>
          </a:prstGeom>
          <a:ln w="19050">
            <a:solidFill>
              <a:schemeClr val="tx1"/>
            </a:solidFill>
          </a:ln>
        </p:spPr>
      </p:pic>
    </p:spTree>
    <p:extLst>
      <p:ext uri="{BB962C8B-B14F-4D97-AF65-F5344CB8AC3E}">
        <p14:creationId xmlns:p14="http://schemas.microsoft.com/office/powerpoint/2010/main" val="3996932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A03EB-56DA-93FD-E4C8-9FD40B75D4A3}"/>
              </a:ext>
            </a:extLst>
          </p:cNvPr>
          <p:cNvSpPr>
            <a:spLocks noGrp="1"/>
          </p:cNvSpPr>
          <p:nvPr>
            <p:ph type="title"/>
          </p:nvPr>
        </p:nvSpPr>
        <p:spPr>
          <a:xfrm>
            <a:off x="695960" y="-213813"/>
            <a:ext cx="10515600" cy="1325563"/>
          </a:xfrm>
        </p:spPr>
        <p:txBody>
          <a:bodyPr/>
          <a:lstStyle/>
          <a:p>
            <a:r>
              <a:rPr lang="en-US" dirty="0"/>
              <a:t>Lora Wan Sensor Code Samples</a:t>
            </a:r>
          </a:p>
        </p:txBody>
      </p:sp>
      <p:pic>
        <p:nvPicPr>
          <p:cNvPr id="5" name="Content Placeholder 4">
            <a:extLst>
              <a:ext uri="{FF2B5EF4-FFF2-40B4-BE49-F238E27FC236}">
                <a16:creationId xmlns:a16="http://schemas.microsoft.com/office/drawing/2014/main" id="{FC53B7DA-1817-3AB3-A1CA-7AABA1A134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5960" y="834350"/>
            <a:ext cx="3987800" cy="3765414"/>
          </a:xfrm>
          <a:ln w="12700">
            <a:solidFill>
              <a:schemeClr val="tx1"/>
            </a:solidFill>
          </a:ln>
        </p:spPr>
      </p:pic>
      <p:pic>
        <p:nvPicPr>
          <p:cNvPr id="7" name="Picture 6">
            <a:extLst>
              <a:ext uri="{FF2B5EF4-FFF2-40B4-BE49-F238E27FC236}">
                <a16:creationId xmlns:a16="http://schemas.microsoft.com/office/drawing/2014/main" id="{3EAB6C03-F143-94D0-9447-5FDE1E4AA9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7572" y="834350"/>
            <a:ext cx="4269485" cy="3765414"/>
          </a:xfrm>
          <a:prstGeom prst="rect">
            <a:avLst/>
          </a:prstGeom>
          <a:ln w="12700">
            <a:solidFill>
              <a:schemeClr val="tx1"/>
            </a:solidFill>
          </a:ln>
        </p:spPr>
      </p:pic>
      <p:sp>
        <p:nvSpPr>
          <p:cNvPr id="8" name="TextBox 7">
            <a:extLst>
              <a:ext uri="{FF2B5EF4-FFF2-40B4-BE49-F238E27FC236}">
                <a16:creationId xmlns:a16="http://schemas.microsoft.com/office/drawing/2014/main" id="{5FC59C0F-CC2F-9D1A-6106-827592336EF9}"/>
              </a:ext>
            </a:extLst>
          </p:cNvPr>
          <p:cNvSpPr txBox="1"/>
          <p:nvPr/>
        </p:nvSpPr>
        <p:spPr>
          <a:xfrm>
            <a:off x="549910" y="4826000"/>
            <a:ext cx="11092180" cy="923330"/>
          </a:xfrm>
          <a:prstGeom prst="rect">
            <a:avLst/>
          </a:prstGeom>
          <a:noFill/>
        </p:spPr>
        <p:txBody>
          <a:bodyPr wrap="square" rtlCol="0">
            <a:spAutoFit/>
          </a:bodyPr>
          <a:lstStyle/>
          <a:p>
            <a:pPr marL="285750" indent="-285750">
              <a:buFont typeface="Arial" panose="020B0604020202020204" pitchFamily="34" charset="0"/>
              <a:buChar char="•"/>
            </a:pPr>
            <a:r>
              <a:rPr lang="en-US" dirty="0"/>
              <a:t>Above code demonstrates </a:t>
            </a:r>
            <a:r>
              <a:rPr lang="en-US" b="1" dirty="0"/>
              <a:t>Packet’s struct </a:t>
            </a:r>
            <a:r>
              <a:rPr lang="en-US" dirty="0"/>
              <a:t>on all the data sent from the </a:t>
            </a:r>
            <a:r>
              <a:rPr lang="en-US" b="1" dirty="0"/>
              <a:t>Sensor node </a:t>
            </a:r>
            <a:r>
              <a:rPr lang="en-US" dirty="0"/>
              <a:t>to the </a:t>
            </a:r>
            <a:r>
              <a:rPr lang="en-US" b="1" dirty="0"/>
              <a:t>Collector node</a:t>
            </a:r>
            <a:r>
              <a:rPr lang="en-US" dirty="0"/>
              <a:t>., as well as the states and setup.</a:t>
            </a:r>
          </a:p>
          <a:p>
            <a:pPr marL="285750" indent="-285750">
              <a:buFont typeface="Arial" panose="020B0604020202020204" pitchFamily="34" charset="0"/>
              <a:buChar char="•"/>
            </a:pPr>
            <a:r>
              <a:rPr lang="en-US" dirty="0"/>
              <a:t>Note: For the entire </a:t>
            </a:r>
            <a:r>
              <a:rPr lang="en-US" b="1" dirty="0"/>
              <a:t>Sensor code</a:t>
            </a:r>
            <a:r>
              <a:rPr lang="en-US" dirty="0"/>
              <a:t>, see the attached file submitted (</a:t>
            </a:r>
            <a:r>
              <a:rPr lang="en-US" b="1" dirty="0"/>
              <a:t>sensor.ino</a:t>
            </a:r>
            <a:r>
              <a:rPr lang="en-US" dirty="0"/>
              <a:t>) along with this presentation </a:t>
            </a:r>
          </a:p>
        </p:txBody>
      </p:sp>
    </p:spTree>
    <p:extLst>
      <p:ext uri="{BB962C8B-B14F-4D97-AF65-F5344CB8AC3E}">
        <p14:creationId xmlns:p14="http://schemas.microsoft.com/office/powerpoint/2010/main" val="4113226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70AE5-72EA-57BE-5EF5-971B8F924AF0}"/>
              </a:ext>
            </a:extLst>
          </p:cNvPr>
          <p:cNvSpPr>
            <a:spLocks noGrp="1"/>
          </p:cNvSpPr>
          <p:nvPr>
            <p:ph type="title"/>
          </p:nvPr>
        </p:nvSpPr>
        <p:spPr/>
        <p:txBody>
          <a:bodyPr/>
          <a:lstStyle/>
          <a:p>
            <a:r>
              <a:rPr lang="en-US" dirty="0"/>
              <a:t>Sensor Node Display</a:t>
            </a:r>
          </a:p>
        </p:txBody>
      </p:sp>
      <p:pic>
        <p:nvPicPr>
          <p:cNvPr id="5" name="Content Placeholder 4">
            <a:extLst>
              <a:ext uri="{FF2B5EF4-FFF2-40B4-BE49-F238E27FC236}">
                <a16:creationId xmlns:a16="http://schemas.microsoft.com/office/drawing/2014/main" id="{7A10C8DB-21E8-DF72-7FEA-1DD4009A53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0800000">
            <a:off x="2850938" y="1539873"/>
            <a:ext cx="6373071" cy="4779804"/>
          </a:xfrm>
        </p:spPr>
      </p:pic>
    </p:spTree>
    <p:extLst>
      <p:ext uri="{BB962C8B-B14F-4D97-AF65-F5344CB8AC3E}">
        <p14:creationId xmlns:p14="http://schemas.microsoft.com/office/powerpoint/2010/main" val="844637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0353A-5915-65D4-91F2-C282A7D23F0B}"/>
              </a:ext>
            </a:extLst>
          </p:cNvPr>
          <p:cNvSpPr>
            <a:spLocks noGrp="1"/>
          </p:cNvSpPr>
          <p:nvPr>
            <p:ph type="title"/>
          </p:nvPr>
        </p:nvSpPr>
        <p:spPr>
          <a:xfrm>
            <a:off x="838200" y="-215742"/>
            <a:ext cx="10515600" cy="1325563"/>
          </a:xfrm>
        </p:spPr>
        <p:txBody>
          <a:bodyPr/>
          <a:lstStyle/>
          <a:p>
            <a:r>
              <a:rPr lang="en-US" dirty="0"/>
              <a:t>Lora Wan Collector Code Samples</a:t>
            </a:r>
          </a:p>
        </p:txBody>
      </p:sp>
      <p:pic>
        <p:nvPicPr>
          <p:cNvPr id="5" name="Content Placeholder 4">
            <a:extLst>
              <a:ext uri="{FF2B5EF4-FFF2-40B4-BE49-F238E27FC236}">
                <a16:creationId xmlns:a16="http://schemas.microsoft.com/office/drawing/2014/main" id="{CD2CCBE9-5D8F-DF54-6B70-9D78FCF366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0970" y="1361502"/>
            <a:ext cx="4070559" cy="958899"/>
          </a:xfrm>
          <a:ln w="12700">
            <a:solidFill>
              <a:schemeClr val="tx1"/>
            </a:solidFill>
          </a:ln>
        </p:spPr>
      </p:pic>
      <p:sp>
        <p:nvSpPr>
          <p:cNvPr id="6" name="TextBox 5">
            <a:extLst>
              <a:ext uri="{FF2B5EF4-FFF2-40B4-BE49-F238E27FC236}">
                <a16:creationId xmlns:a16="http://schemas.microsoft.com/office/drawing/2014/main" id="{635D81F5-2360-CE78-7A8B-2E52BB8A3A05}"/>
              </a:ext>
            </a:extLst>
          </p:cNvPr>
          <p:cNvSpPr txBox="1"/>
          <p:nvPr/>
        </p:nvSpPr>
        <p:spPr>
          <a:xfrm>
            <a:off x="557151" y="757691"/>
            <a:ext cx="11269089" cy="646331"/>
          </a:xfrm>
          <a:prstGeom prst="rect">
            <a:avLst/>
          </a:prstGeom>
          <a:noFill/>
        </p:spPr>
        <p:txBody>
          <a:bodyPr wrap="square" rtlCol="0">
            <a:spAutoFit/>
          </a:bodyPr>
          <a:lstStyle/>
          <a:p>
            <a:pPr marL="285750" indent="-285750">
              <a:buFont typeface="Arial" panose="020B0604020202020204" pitchFamily="34" charset="0"/>
              <a:buChar char="•"/>
            </a:pPr>
            <a:r>
              <a:rPr lang="en-US" dirty="0"/>
              <a:t>This code demonstrates how collector connects to my home </a:t>
            </a:r>
            <a:r>
              <a:rPr lang="en-US" b="1" dirty="0"/>
              <a:t>Wi-Fi</a:t>
            </a:r>
            <a:r>
              <a:rPr lang="en-US" dirty="0"/>
              <a:t>. It is very essential for </a:t>
            </a:r>
            <a:r>
              <a:rPr lang="en-US" b="1" dirty="0"/>
              <a:t>Python Wi-Fi </a:t>
            </a:r>
            <a:r>
              <a:rPr lang="en-US" dirty="0"/>
              <a:t>server to even open its display.</a:t>
            </a:r>
          </a:p>
        </p:txBody>
      </p:sp>
      <p:pic>
        <p:nvPicPr>
          <p:cNvPr id="8" name="Picture 7">
            <a:extLst>
              <a:ext uri="{FF2B5EF4-FFF2-40B4-BE49-F238E27FC236}">
                <a16:creationId xmlns:a16="http://schemas.microsoft.com/office/drawing/2014/main" id="{1FDFE8FA-0A73-84BA-4A52-5DAD521B90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0970" y="3014955"/>
            <a:ext cx="3060857" cy="596931"/>
          </a:xfrm>
          <a:prstGeom prst="rect">
            <a:avLst/>
          </a:prstGeom>
          <a:ln w="12700">
            <a:solidFill>
              <a:schemeClr val="tx1"/>
            </a:solidFill>
          </a:ln>
        </p:spPr>
      </p:pic>
      <p:pic>
        <p:nvPicPr>
          <p:cNvPr id="10" name="Picture 9">
            <a:extLst>
              <a:ext uri="{FF2B5EF4-FFF2-40B4-BE49-F238E27FC236}">
                <a16:creationId xmlns:a16="http://schemas.microsoft.com/office/drawing/2014/main" id="{01AAF4CA-E18E-6B81-3651-25AF5BC297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0970" y="3749918"/>
            <a:ext cx="4727303" cy="2183522"/>
          </a:xfrm>
          <a:prstGeom prst="rect">
            <a:avLst/>
          </a:prstGeom>
          <a:ln w="12700">
            <a:solidFill>
              <a:schemeClr val="tx1"/>
            </a:solidFill>
          </a:ln>
        </p:spPr>
      </p:pic>
      <p:sp>
        <p:nvSpPr>
          <p:cNvPr id="11" name="TextBox 10">
            <a:extLst>
              <a:ext uri="{FF2B5EF4-FFF2-40B4-BE49-F238E27FC236}">
                <a16:creationId xmlns:a16="http://schemas.microsoft.com/office/drawing/2014/main" id="{C484CCB0-098B-E40B-8B6D-430A47B5DD69}"/>
              </a:ext>
            </a:extLst>
          </p:cNvPr>
          <p:cNvSpPr txBox="1"/>
          <p:nvPr/>
        </p:nvSpPr>
        <p:spPr>
          <a:xfrm>
            <a:off x="640080" y="2377152"/>
            <a:ext cx="10632970" cy="646331"/>
          </a:xfrm>
          <a:prstGeom prst="rect">
            <a:avLst/>
          </a:prstGeom>
          <a:noFill/>
        </p:spPr>
        <p:txBody>
          <a:bodyPr wrap="square" rtlCol="0">
            <a:spAutoFit/>
          </a:bodyPr>
          <a:lstStyle/>
          <a:p>
            <a:pPr marL="285750" indent="-285750">
              <a:buFont typeface="Arial" panose="020B0604020202020204" pitchFamily="34" charset="0"/>
              <a:buChar char="•"/>
            </a:pPr>
            <a:r>
              <a:rPr lang="en-US" dirty="0"/>
              <a:t>Code shown below demonstrates the </a:t>
            </a:r>
            <a:r>
              <a:rPr lang="en-US" b="1" dirty="0"/>
              <a:t>concept of Latency</a:t>
            </a:r>
            <a:r>
              <a:rPr lang="en-US" dirty="0"/>
              <a:t> as per </a:t>
            </a:r>
            <a:r>
              <a:rPr lang="en-US" b="1" dirty="0"/>
              <a:t>part B</a:t>
            </a:r>
            <a:r>
              <a:rPr lang="en-US" dirty="0"/>
              <a:t> of  the project. Despite so many trials and debugging, unfortunately this information could not be displayed on the OLEDs!</a:t>
            </a:r>
          </a:p>
        </p:txBody>
      </p:sp>
      <p:sp>
        <p:nvSpPr>
          <p:cNvPr id="12" name="TextBox 11">
            <a:extLst>
              <a:ext uri="{FF2B5EF4-FFF2-40B4-BE49-F238E27FC236}">
                <a16:creationId xmlns:a16="http://schemas.microsoft.com/office/drawing/2014/main" id="{98C1EF72-1AE7-8C90-E90E-58955AB54E8C}"/>
              </a:ext>
            </a:extLst>
          </p:cNvPr>
          <p:cNvSpPr txBox="1"/>
          <p:nvPr/>
        </p:nvSpPr>
        <p:spPr>
          <a:xfrm>
            <a:off x="838200" y="5933440"/>
            <a:ext cx="10144760" cy="369332"/>
          </a:xfrm>
          <a:prstGeom prst="rect">
            <a:avLst/>
          </a:prstGeom>
          <a:noFill/>
        </p:spPr>
        <p:txBody>
          <a:bodyPr wrap="square" rtlCol="0">
            <a:spAutoFit/>
          </a:bodyPr>
          <a:lstStyle/>
          <a:p>
            <a:pPr marL="285750" indent="-285750">
              <a:buFont typeface="Arial" panose="020B0604020202020204" pitchFamily="34" charset="0"/>
              <a:buChar char="•"/>
            </a:pPr>
            <a:r>
              <a:rPr lang="en-US" dirty="0"/>
              <a:t>Note: For the entire </a:t>
            </a:r>
            <a:r>
              <a:rPr lang="en-US" b="1" dirty="0"/>
              <a:t>Collector code</a:t>
            </a:r>
            <a:r>
              <a:rPr lang="en-US" dirty="0"/>
              <a:t>, please see submission file for this project (</a:t>
            </a:r>
            <a:r>
              <a:rPr lang="en-US" b="1" dirty="0" err="1"/>
              <a:t>collector.ino</a:t>
            </a:r>
            <a:r>
              <a:rPr lang="en-US" dirty="0"/>
              <a:t>)!!!</a:t>
            </a:r>
          </a:p>
        </p:txBody>
      </p:sp>
    </p:spTree>
    <p:extLst>
      <p:ext uri="{BB962C8B-B14F-4D97-AF65-F5344CB8AC3E}">
        <p14:creationId xmlns:p14="http://schemas.microsoft.com/office/powerpoint/2010/main" val="3998829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90E10-7A56-DA63-002E-3F48131EDEC8}"/>
              </a:ext>
            </a:extLst>
          </p:cNvPr>
          <p:cNvSpPr>
            <a:spLocks noGrp="1"/>
          </p:cNvSpPr>
          <p:nvPr>
            <p:ph type="title"/>
          </p:nvPr>
        </p:nvSpPr>
        <p:spPr/>
        <p:txBody>
          <a:bodyPr/>
          <a:lstStyle/>
          <a:p>
            <a:r>
              <a:rPr lang="en-US" dirty="0"/>
              <a:t>Collector Node Display</a:t>
            </a:r>
          </a:p>
        </p:txBody>
      </p:sp>
      <p:pic>
        <p:nvPicPr>
          <p:cNvPr id="5" name="Content Placeholder 4">
            <a:extLst>
              <a:ext uri="{FF2B5EF4-FFF2-40B4-BE49-F238E27FC236}">
                <a16:creationId xmlns:a16="http://schemas.microsoft.com/office/drawing/2014/main" id="{060A2B54-67DA-0A5A-707B-D94B78508FD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0800000">
            <a:off x="2805609" y="1615438"/>
            <a:ext cx="6967319" cy="4439921"/>
          </a:xfrm>
        </p:spPr>
      </p:pic>
    </p:spTree>
    <p:extLst>
      <p:ext uri="{BB962C8B-B14F-4D97-AF65-F5344CB8AC3E}">
        <p14:creationId xmlns:p14="http://schemas.microsoft.com/office/powerpoint/2010/main" val="2162133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ABC92-FE62-CA51-B1E8-EEE5DD3431B9}"/>
              </a:ext>
            </a:extLst>
          </p:cNvPr>
          <p:cNvSpPr>
            <a:spLocks noGrp="1"/>
          </p:cNvSpPr>
          <p:nvPr>
            <p:ph type="title"/>
          </p:nvPr>
        </p:nvSpPr>
        <p:spPr>
          <a:xfrm>
            <a:off x="838200" y="0"/>
            <a:ext cx="10515600" cy="1070928"/>
          </a:xfrm>
        </p:spPr>
        <p:txBody>
          <a:bodyPr/>
          <a:lstStyle/>
          <a:p>
            <a:r>
              <a:rPr lang="en-US" dirty="0"/>
              <a:t>Python Server Code Samples</a:t>
            </a:r>
          </a:p>
        </p:txBody>
      </p:sp>
      <p:pic>
        <p:nvPicPr>
          <p:cNvPr id="9" name="Content Placeholder 8">
            <a:extLst>
              <a:ext uri="{FF2B5EF4-FFF2-40B4-BE49-F238E27FC236}">
                <a16:creationId xmlns:a16="http://schemas.microsoft.com/office/drawing/2014/main" id="{CC256EC1-9513-72BA-E5E0-0A4A206F1B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971450"/>
            <a:ext cx="4279288" cy="4915099"/>
          </a:xfrm>
        </p:spPr>
      </p:pic>
      <p:pic>
        <p:nvPicPr>
          <p:cNvPr id="11" name="Picture 10">
            <a:extLst>
              <a:ext uri="{FF2B5EF4-FFF2-40B4-BE49-F238E27FC236}">
                <a16:creationId xmlns:a16="http://schemas.microsoft.com/office/drawing/2014/main" id="{80E4AA12-258D-1A6C-C28B-FCA9DE52D3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1970" y="971450"/>
            <a:ext cx="4647487" cy="1943200"/>
          </a:xfrm>
          <a:prstGeom prst="rect">
            <a:avLst/>
          </a:prstGeom>
        </p:spPr>
      </p:pic>
      <p:sp>
        <p:nvSpPr>
          <p:cNvPr id="12" name="TextBox 11">
            <a:extLst>
              <a:ext uri="{FF2B5EF4-FFF2-40B4-BE49-F238E27FC236}">
                <a16:creationId xmlns:a16="http://schemas.microsoft.com/office/drawing/2014/main" id="{A513FFDA-AFB2-92B1-6886-FFE4D26732DA}"/>
              </a:ext>
            </a:extLst>
          </p:cNvPr>
          <p:cNvSpPr txBox="1"/>
          <p:nvPr/>
        </p:nvSpPr>
        <p:spPr>
          <a:xfrm>
            <a:off x="5251970" y="3007360"/>
            <a:ext cx="452195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For the full </a:t>
            </a:r>
            <a:r>
              <a:rPr lang="en-US" b="1" dirty="0"/>
              <a:t>Python Wi-Fi Server </a:t>
            </a:r>
            <a:r>
              <a:rPr lang="en-US" dirty="0"/>
              <a:t>implementation, see the attached submitted file (</a:t>
            </a:r>
            <a:r>
              <a:rPr lang="en-US" b="1" dirty="0"/>
              <a:t>UDPSever2.py</a:t>
            </a:r>
            <a:r>
              <a:rPr lang="en-US" dirty="0"/>
              <a:t>) within canvas.</a:t>
            </a:r>
          </a:p>
        </p:txBody>
      </p:sp>
    </p:spTree>
    <p:extLst>
      <p:ext uri="{BB962C8B-B14F-4D97-AF65-F5344CB8AC3E}">
        <p14:creationId xmlns:p14="http://schemas.microsoft.com/office/powerpoint/2010/main" val="2657378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12ACF-7A8E-45AB-A1C3-AD5454B3EF1D}"/>
              </a:ext>
            </a:extLst>
          </p:cNvPr>
          <p:cNvSpPr>
            <a:spLocks noGrp="1"/>
          </p:cNvSpPr>
          <p:nvPr>
            <p:ph type="title"/>
          </p:nvPr>
        </p:nvSpPr>
        <p:spPr>
          <a:xfrm>
            <a:off x="838200" y="0"/>
            <a:ext cx="10515600" cy="1020128"/>
          </a:xfrm>
        </p:spPr>
        <p:txBody>
          <a:bodyPr/>
          <a:lstStyle/>
          <a:p>
            <a:r>
              <a:rPr lang="en-US" dirty="0"/>
              <a:t>Python Sensor Output Displays (1)</a:t>
            </a:r>
          </a:p>
        </p:txBody>
      </p:sp>
      <p:pic>
        <p:nvPicPr>
          <p:cNvPr id="5" name="Content Placeholder 4">
            <a:extLst>
              <a:ext uri="{FF2B5EF4-FFF2-40B4-BE49-F238E27FC236}">
                <a16:creationId xmlns:a16="http://schemas.microsoft.com/office/drawing/2014/main" id="{55987A96-D838-4746-4A97-C945F196520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10921" y="2475370"/>
            <a:ext cx="7319160" cy="3489959"/>
          </a:xfrm>
          <a:ln w="12700">
            <a:solidFill>
              <a:schemeClr val="tx1"/>
            </a:solidFill>
          </a:ln>
        </p:spPr>
      </p:pic>
      <p:sp>
        <p:nvSpPr>
          <p:cNvPr id="14" name="TextBox 13">
            <a:extLst>
              <a:ext uri="{FF2B5EF4-FFF2-40B4-BE49-F238E27FC236}">
                <a16:creationId xmlns:a16="http://schemas.microsoft.com/office/drawing/2014/main" id="{8EC5701A-BFE8-D726-F6B4-49C4DAA96EE6}"/>
              </a:ext>
            </a:extLst>
          </p:cNvPr>
          <p:cNvSpPr txBox="1"/>
          <p:nvPr/>
        </p:nvSpPr>
        <p:spPr>
          <a:xfrm>
            <a:off x="838200" y="1178560"/>
            <a:ext cx="10515600" cy="1200329"/>
          </a:xfrm>
          <a:prstGeom prst="rect">
            <a:avLst/>
          </a:prstGeom>
          <a:noFill/>
        </p:spPr>
        <p:txBody>
          <a:bodyPr wrap="square" rtlCol="0">
            <a:spAutoFit/>
          </a:bodyPr>
          <a:lstStyle/>
          <a:p>
            <a:pPr marL="285750" indent="-285750">
              <a:buFont typeface="Arial" panose="020B0604020202020204" pitchFamily="34" charset="0"/>
              <a:buChar char="•"/>
            </a:pPr>
            <a:r>
              <a:rPr lang="en-US" b="1" dirty="0"/>
              <a:t>Output</a:t>
            </a:r>
            <a:r>
              <a:rPr lang="en-US" dirty="0"/>
              <a:t> shown below is obtained on two different forms of </a:t>
            </a:r>
            <a:r>
              <a:rPr lang="en-US" b="1" dirty="0"/>
              <a:t>live data</a:t>
            </a:r>
            <a:r>
              <a:rPr lang="en-US" dirty="0"/>
              <a:t>:</a:t>
            </a:r>
          </a:p>
          <a:p>
            <a:pPr marL="742950" lvl="1" indent="-285750">
              <a:buFont typeface="Courier New" panose="02070309020205020404" pitchFamily="49" charset="0"/>
              <a:buChar char="o"/>
            </a:pPr>
            <a:r>
              <a:rPr lang="en-US" b="1" dirty="0"/>
              <a:t>RSSI (</a:t>
            </a:r>
            <a:r>
              <a:rPr lang="en-US" b="1" dirty="0" err="1"/>
              <a:t>dBM</a:t>
            </a:r>
            <a:r>
              <a:rPr lang="en-US" b="1" dirty="0"/>
              <a:t>) </a:t>
            </a:r>
            <a:r>
              <a:rPr lang="en-US" dirty="0"/>
              <a:t>as the signal strength that travels from </a:t>
            </a:r>
            <a:r>
              <a:rPr lang="en-US" b="1" dirty="0"/>
              <a:t>Sensor</a:t>
            </a:r>
            <a:r>
              <a:rPr lang="en-US" dirty="0"/>
              <a:t> to </a:t>
            </a:r>
            <a:r>
              <a:rPr lang="en-US" b="1" dirty="0"/>
              <a:t>Collector</a:t>
            </a:r>
            <a:r>
              <a:rPr lang="en-US" dirty="0"/>
              <a:t> Lora Wan node.</a:t>
            </a:r>
          </a:p>
          <a:p>
            <a:pPr marL="742950" lvl="1" indent="-285750">
              <a:buFont typeface="Courier New" panose="02070309020205020404" pitchFamily="49" charset="0"/>
              <a:buChar char="o"/>
            </a:pPr>
            <a:r>
              <a:rPr lang="en-US" b="1" dirty="0"/>
              <a:t>Second plot </a:t>
            </a:r>
            <a:r>
              <a:rPr lang="en-US" dirty="0"/>
              <a:t>on the bottom shows the </a:t>
            </a:r>
            <a:r>
              <a:rPr lang="en-US" b="1" dirty="0"/>
              <a:t>Sensor state value </a:t>
            </a:r>
            <a:r>
              <a:rPr lang="en-US" dirty="0"/>
              <a:t>that indicates presence of </a:t>
            </a:r>
            <a:r>
              <a:rPr lang="en-US" b="1" dirty="0"/>
              <a:t>obstacles</a:t>
            </a:r>
            <a:r>
              <a:rPr lang="en-US" dirty="0"/>
              <a:t>.</a:t>
            </a:r>
          </a:p>
          <a:p>
            <a:pPr marL="742950" lvl="1" indent="-285750">
              <a:buFont typeface="Courier New" panose="02070309020205020404" pitchFamily="49" charset="0"/>
              <a:buChar char="o"/>
            </a:pPr>
            <a:r>
              <a:rPr lang="en-US" dirty="0"/>
              <a:t>Sample Index refers to the instance of time at which data gets collected</a:t>
            </a:r>
          </a:p>
        </p:txBody>
      </p:sp>
    </p:spTree>
    <p:extLst>
      <p:ext uri="{BB962C8B-B14F-4D97-AF65-F5344CB8AC3E}">
        <p14:creationId xmlns:p14="http://schemas.microsoft.com/office/powerpoint/2010/main" val="3167971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8B9D4-FF6A-B0D1-51F1-490715AA2998}"/>
              </a:ext>
            </a:extLst>
          </p:cNvPr>
          <p:cNvSpPr>
            <a:spLocks noGrp="1"/>
          </p:cNvSpPr>
          <p:nvPr>
            <p:ph type="title"/>
          </p:nvPr>
        </p:nvSpPr>
        <p:spPr>
          <a:xfrm>
            <a:off x="767080" y="-34099"/>
            <a:ext cx="10515600" cy="1129475"/>
          </a:xfrm>
        </p:spPr>
        <p:txBody>
          <a:bodyPr/>
          <a:lstStyle/>
          <a:p>
            <a:r>
              <a:rPr lang="en-US" dirty="0"/>
              <a:t>Python Sensor Output Displays (2)</a:t>
            </a:r>
          </a:p>
        </p:txBody>
      </p:sp>
      <p:pic>
        <p:nvPicPr>
          <p:cNvPr id="4" name="Picture 3">
            <a:extLst>
              <a:ext uri="{FF2B5EF4-FFF2-40B4-BE49-F238E27FC236}">
                <a16:creationId xmlns:a16="http://schemas.microsoft.com/office/drawing/2014/main" id="{0B535BCE-9361-F8BF-E67E-19B60A4BB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3599" y="3866326"/>
            <a:ext cx="6270864" cy="2900234"/>
          </a:xfrm>
          <a:prstGeom prst="rect">
            <a:avLst/>
          </a:prstGeom>
          <a:ln w="12700">
            <a:solidFill>
              <a:schemeClr val="tx1"/>
            </a:solidFill>
          </a:ln>
        </p:spPr>
      </p:pic>
      <p:pic>
        <p:nvPicPr>
          <p:cNvPr id="5" name="Picture 4">
            <a:extLst>
              <a:ext uri="{FF2B5EF4-FFF2-40B4-BE49-F238E27FC236}">
                <a16:creationId xmlns:a16="http://schemas.microsoft.com/office/drawing/2014/main" id="{CA3B6585-FC43-E4D9-D99D-699D54851A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378" y="1020129"/>
            <a:ext cx="5650221" cy="2761486"/>
          </a:xfrm>
          <a:prstGeom prst="rect">
            <a:avLst/>
          </a:prstGeom>
          <a:ln w="12700">
            <a:solidFill>
              <a:schemeClr val="tx1"/>
            </a:solidFill>
          </a:ln>
        </p:spPr>
      </p:pic>
      <p:sp>
        <p:nvSpPr>
          <p:cNvPr id="6" name="TextBox 5">
            <a:extLst>
              <a:ext uri="{FF2B5EF4-FFF2-40B4-BE49-F238E27FC236}">
                <a16:creationId xmlns:a16="http://schemas.microsoft.com/office/drawing/2014/main" id="{74A1E0A8-7FD1-FCAB-4E63-6905EB4077F6}"/>
              </a:ext>
            </a:extLst>
          </p:cNvPr>
          <p:cNvSpPr txBox="1"/>
          <p:nvPr/>
        </p:nvSpPr>
        <p:spPr>
          <a:xfrm>
            <a:off x="5773599" y="2031540"/>
            <a:ext cx="6151663" cy="369332"/>
          </a:xfrm>
          <a:prstGeom prst="rect">
            <a:avLst/>
          </a:prstGeom>
          <a:noFill/>
        </p:spPr>
        <p:txBody>
          <a:bodyPr wrap="square" rtlCol="0">
            <a:spAutoFit/>
          </a:bodyPr>
          <a:lstStyle/>
          <a:p>
            <a:r>
              <a:rPr lang="en-US" dirty="0"/>
              <a:t>Trial 2 of the sensor and RSSI (</a:t>
            </a:r>
            <a:r>
              <a:rPr lang="en-US" dirty="0" err="1"/>
              <a:t>dBM</a:t>
            </a:r>
            <a:r>
              <a:rPr lang="en-US" dirty="0"/>
              <a:t>) data display</a:t>
            </a:r>
          </a:p>
        </p:txBody>
      </p:sp>
      <p:sp>
        <p:nvSpPr>
          <p:cNvPr id="7" name="TextBox 6">
            <a:extLst>
              <a:ext uri="{FF2B5EF4-FFF2-40B4-BE49-F238E27FC236}">
                <a16:creationId xmlns:a16="http://schemas.microsoft.com/office/drawing/2014/main" id="{C8509798-8EF3-A67D-D73D-DF6AD0314D3A}"/>
              </a:ext>
            </a:extLst>
          </p:cNvPr>
          <p:cNvSpPr txBox="1"/>
          <p:nvPr/>
        </p:nvSpPr>
        <p:spPr>
          <a:xfrm>
            <a:off x="4998719" y="5029200"/>
            <a:ext cx="894080" cy="369332"/>
          </a:xfrm>
          <a:prstGeom prst="rect">
            <a:avLst/>
          </a:prstGeom>
          <a:noFill/>
        </p:spPr>
        <p:txBody>
          <a:bodyPr wrap="square" rtlCol="0">
            <a:spAutoFit/>
          </a:bodyPr>
          <a:lstStyle/>
          <a:p>
            <a:r>
              <a:rPr lang="en-US" dirty="0"/>
              <a:t>Trial 3</a:t>
            </a:r>
          </a:p>
        </p:txBody>
      </p:sp>
    </p:spTree>
    <p:extLst>
      <p:ext uri="{BB962C8B-B14F-4D97-AF65-F5344CB8AC3E}">
        <p14:creationId xmlns:p14="http://schemas.microsoft.com/office/powerpoint/2010/main" val="3790927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956DA-9405-3441-7337-38F0B4F0FF77}"/>
              </a:ext>
            </a:extLst>
          </p:cNvPr>
          <p:cNvSpPr>
            <a:spLocks noGrp="1"/>
          </p:cNvSpPr>
          <p:nvPr>
            <p:ph type="title"/>
          </p:nvPr>
        </p:nvSpPr>
        <p:spPr>
          <a:xfrm>
            <a:off x="616666" y="0"/>
            <a:ext cx="10515600" cy="1139221"/>
          </a:xfrm>
        </p:spPr>
        <p:txBody>
          <a:bodyPr/>
          <a:lstStyle/>
          <a:p>
            <a:r>
              <a:rPr lang="en-US" dirty="0"/>
              <a:t>Python Sensor Output Displays (3)</a:t>
            </a:r>
          </a:p>
        </p:txBody>
      </p:sp>
      <p:pic>
        <p:nvPicPr>
          <p:cNvPr id="4" name="Picture 3">
            <a:extLst>
              <a:ext uri="{FF2B5EF4-FFF2-40B4-BE49-F238E27FC236}">
                <a16:creationId xmlns:a16="http://schemas.microsoft.com/office/drawing/2014/main" id="{F692714E-4386-179C-8DEB-90BE922573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2892" y="3698240"/>
            <a:ext cx="6266268" cy="3159760"/>
          </a:xfrm>
          <a:prstGeom prst="rect">
            <a:avLst/>
          </a:prstGeom>
          <a:ln w="12700">
            <a:solidFill>
              <a:schemeClr val="tx1"/>
            </a:solidFill>
          </a:ln>
        </p:spPr>
      </p:pic>
      <p:pic>
        <p:nvPicPr>
          <p:cNvPr id="5" name="Picture 4">
            <a:extLst>
              <a:ext uri="{FF2B5EF4-FFF2-40B4-BE49-F238E27FC236}">
                <a16:creationId xmlns:a16="http://schemas.microsoft.com/office/drawing/2014/main" id="{D3C05D9E-56B9-94A9-052A-A3FA9AB4FD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96" y="1139221"/>
            <a:ext cx="5841970" cy="2559019"/>
          </a:xfrm>
          <a:prstGeom prst="rect">
            <a:avLst/>
          </a:prstGeom>
          <a:ln w="12700">
            <a:solidFill>
              <a:schemeClr val="tx1"/>
            </a:solidFill>
          </a:ln>
        </p:spPr>
      </p:pic>
      <p:sp>
        <p:nvSpPr>
          <p:cNvPr id="6" name="TextBox 5">
            <a:extLst>
              <a:ext uri="{FF2B5EF4-FFF2-40B4-BE49-F238E27FC236}">
                <a16:creationId xmlns:a16="http://schemas.microsoft.com/office/drawing/2014/main" id="{FDBB6C41-ACEE-424B-340C-4888819ECB2B}"/>
              </a:ext>
            </a:extLst>
          </p:cNvPr>
          <p:cNvSpPr txBox="1"/>
          <p:nvPr/>
        </p:nvSpPr>
        <p:spPr>
          <a:xfrm>
            <a:off x="5922892" y="2042160"/>
            <a:ext cx="904240" cy="369332"/>
          </a:xfrm>
          <a:prstGeom prst="rect">
            <a:avLst/>
          </a:prstGeom>
          <a:noFill/>
        </p:spPr>
        <p:txBody>
          <a:bodyPr wrap="square" rtlCol="0">
            <a:spAutoFit/>
          </a:bodyPr>
          <a:lstStyle/>
          <a:p>
            <a:r>
              <a:rPr lang="en-US" dirty="0"/>
              <a:t>Trial 4</a:t>
            </a:r>
          </a:p>
        </p:txBody>
      </p:sp>
      <p:sp>
        <p:nvSpPr>
          <p:cNvPr id="7" name="TextBox 6">
            <a:extLst>
              <a:ext uri="{FF2B5EF4-FFF2-40B4-BE49-F238E27FC236}">
                <a16:creationId xmlns:a16="http://schemas.microsoft.com/office/drawing/2014/main" id="{7DC178CB-36DB-72D1-7636-089DABDC422B}"/>
              </a:ext>
            </a:extLst>
          </p:cNvPr>
          <p:cNvSpPr txBox="1"/>
          <p:nvPr/>
        </p:nvSpPr>
        <p:spPr>
          <a:xfrm>
            <a:off x="5110480" y="5045948"/>
            <a:ext cx="955040" cy="369332"/>
          </a:xfrm>
          <a:prstGeom prst="rect">
            <a:avLst/>
          </a:prstGeom>
          <a:noFill/>
        </p:spPr>
        <p:txBody>
          <a:bodyPr wrap="square" rtlCol="0">
            <a:spAutoFit/>
          </a:bodyPr>
          <a:lstStyle/>
          <a:p>
            <a:r>
              <a:rPr lang="en-US" dirty="0"/>
              <a:t>Trial 5</a:t>
            </a:r>
          </a:p>
        </p:txBody>
      </p:sp>
    </p:spTree>
    <p:extLst>
      <p:ext uri="{BB962C8B-B14F-4D97-AF65-F5344CB8AC3E}">
        <p14:creationId xmlns:p14="http://schemas.microsoft.com/office/powerpoint/2010/main" val="906630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E448F-1B3A-4040-9C41-A582A4BE9376}"/>
              </a:ext>
            </a:extLst>
          </p:cNvPr>
          <p:cNvSpPr>
            <a:spLocks noGrp="1"/>
          </p:cNvSpPr>
          <p:nvPr>
            <p:ph type="title"/>
          </p:nvPr>
        </p:nvSpPr>
        <p:spPr>
          <a:xfrm>
            <a:off x="838200" y="0"/>
            <a:ext cx="10515600" cy="1162368"/>
          </a:xfrm>
        </p:spPr>
        <p:txBody>
          <a:bodyPr/>
          <a:lstStyle/>
          <a:p>
            <a:r>
              <a:rPr lang="en-US" dirty="0"/>
              <a:t>Python Sensor Output Displays (4)</a:t>
            </a:r>
          </a:p>
        </p:txBody>
      </p:sp>
      <p:pic>
        <p:nvPicPr>
          <p:cNvPr id="5" name="Content Placeholder 4">
            <a:extLst>
              <a:ext uri="{FF2B5EF4-FFF2-40B4-BE49-F238E27FC236}">
                <a16:creationId xmlns:a16="http://schemas.microsoft.com/office/drawing/2014/main" id="{376C9585-E0C2-7925-DE20-63F93F1696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9922" y="1805305"/>
            <a:ext cx="9844476" cy="4351338"/>
          </a:xfrm>
          <a:ln w="12700">
            <a:solidFill>
              <a:schemeClr val="tx1"/>
            </a:solidFill>
          </a:ln>
        </p:spPr>
      </p:pic>
      <p:sp>
        <p:nvSpPr>
          <p:cNvPr id="6" name="TextBox 5">
            <a:extLst>
              <a:ext uri="{FF2B5EF4-FFF2-40B4-BE49-F238E27FC236}">
                <a16:creationId xmlns:a16="http://schemas.microsoft.com/office/drawing/2014/main" id="{A8F45749-AF5A-3445-8336-0F409FDCBA8E}"/>
              </a:ext>
            </a:extLst>
          </p:cNvPr>
          <p:cNvSpPr txBox="1"/>
          <p:nvPr/>
        </p:nvSpPr>
        <p:spPr>
          <a:xfrm>
            <a:off x="558800" y="1320800"/>
            <a:ext cx="10703278" cy="369332"/>
          </a:xfrm>
          <a:prstGeom prst="rect">
            <a:avLst/>
          </a:prstGeom>
          <a:noFill/>
        </p:spPr>
        <p:txBody>
          <a:bodyPr wrap="square" rtlCol="0">
            <a:spAutoFit/>
          </a:bodyPr>
          <a:lstStyle/>
          <a:p>
            <a:pPr marL="285750" indent="-285750">
              <a:buFont typeface="Arial" panose="020B0604020202020204" pitchFamily="34" charset="0"/>
              <a:buChar char="•"/>
            </a:pPr>
            <a:r>
              <a:rPr lang="en-US" dirty="0"/>
              <a:t>This is trial 6 when I added further components to collector and sensor nodes (e.g. ARQ, Latency, etc.)</a:t>
            </a:r>
          </a:p>
        </p:txBody>
      </p:sp>
    </p:spTree>
    <p:extLst>
      <p:ext uri="{BB962C8B-B14F-4D97-AF65-F5344CB8AC3E}">
        <p14:creationId xmlns:p14="http://schemas.microsoft.com/office/powerpoint/2010/main" val="2876773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A7C40-BB87-AD97-1C7D-615931C1576B}"/>
              </a:ext>
            </a:extLst>
          </p:cNvPr>
          <p:cNvSpPr>
            <a:spLocks noGrp="1"/>
          </p:cNvSpPr>
          <p:nvPr>
            <p:ph type="title"/>
          </p:nvPr>
        </p:nvSpPr>
        <p:spPr/>
        <p:txBody>
          <a:bodyPr/>
          <a:lstStyle/>
          <a:p>
            <a:r>
              <a:rPr lang="en-US" dirty="0"/>
              <a:t>Python Accuracy Output from ML Analysis </a:t>
            </a:r>
          </a:p>
        </p:txBody>
      </p:sp>
      <p:pic>
        <p:nvPicPr>
          <p:cNvPr id="5" name="Content Placeholder 4">
            <a:extLst>
              <a:ext uri="{FF2B5EF4-FFF2-40B4-BE49-F238E27FC236}">
                <a16:creationId xmlns:a16="http://schemas.microsoft.com/office/drawing/2014/main" id="{FBEF274A-165D-B073-B339-184862B004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7603" y="1690688"/>
            <a:ext cx="10616197" cy="999343"/>
          </a:xfrm>
        </p:spPr>
      </p:pic>
      <p:sp>
        <p:nvSpPr>
          <p:cNvPr id="6" name="TextBox 5">
            <a:extLst>
              <a:ext uri="{FF2B5EF4-FFF2-40B4-BE49-F238E27FC236}">
                <a16:creationId xmlns:a16="http://schemas.microsoft.com/office/drawing/2014/main" id="{61FEC619-123C-33EC-FA0E-A929C355FEAA}"/>
              </a:ext>
            </a:extLst>
          </p:cNvPr>
          <p:cNvSpPr txBox="1"/>
          <p:nvPr/>
        </p:nvSpPr>
        <p:spPr>
          <a:xfrm>
            <a:off x="813051" y="2895599"/>
            <a:ext cx="10565898" cy="2031325"/>
          </a:xfrm>
          <a:prstGeom prst="rect">
            <a:avLst/>
          </a:prstGeom>
          <a:noFill/>
        </p:spPr>
        <p:txBody>
          <a:bodyPr wrap="square" rtlCol="0">
            <a:spAutoFit/>
          </a:bodyPr>
          <a:lstStyle/>
          <a:p>
            <a:pPr marL="285750" indent="-285750">
              <a:buFont typeface="Arial" panose="020B0604020202020204" pitchFamily="34" charset="0"/>
              <a:buChar char="•"/>
            </a:pPr>
            <a:r>
              <a:rPr lang="en-US" dirty="0"/>
              <a:t>The image shown above demonstrates </a:t>
            </a:r>
            <a:r>
              <a:rPr lang="en-US" b="1" dirty="0"/>
              <a:t>Accuracy Analysis</a:t>
            </a:r>
            <a:r>
              <a:rPr lang="en-US" dirty="0"/>
              <a:t> through </a:t>
            </a:r>
            <a:r>
              <a:rPr lang="en-US" b="1" dirty="0"/>
              <a:t>ML methodology </a:t>
            </a:r>
            <a:r>
              <a:rPr lang="en-US" dirty="0"/>
              <a:t>of </a:t>
            </a:r>
            <a:r>
              <a:rPr lang="en-US" b="1" dirty="0"/>
              <a:t>Random Forest Classifier</a:t>
            </a:r>
            <a:r>
              <a:rPr lang="en-US" dirty="0"/>
              <a:t> as the code is demonstrated within slide 5.</a:t>
            </a:r>
          </a:p>
          <a:p>
            <a:pPr marL="285750" indent="-285750">
              <a:buFont typeface="Arial" panose="020B0604020202020204" pitchFamily="34" charset="0"/>
              <a:buChar char="•"/>
            </a:pPr>
            <a:r>
              <a:rPr lang="en-US" dirty="0"/>
              <a:t>Overall logic is that during runtime and within the loop, </a:t>
            </a:r>
            <a:r>
              <a:rPr lang="en-US" b="1" dirty="0"/>
              <a:t>Sensor Data </a:t>
            </a:r>
            <a:r>
              <a:rPr lang="en-US" dirty="0"/>
              <a:t>continuously gets grabbed, then inputted within </a:t>
            </a:r>
            <a:r>
              <a:rPr lang="en-US" b="1" dirty="0"/>
              <a:t>CSV files </a:t>
            </a:r>
            <a:r>
              <a:rPr lang="en-US" dirty="0"/>
              <a:t>until the user closes out </a:t>
            </a:r>
            <a:r>
              <a:rPr lang="en-US" b="1" dirty="0"/>
              <a:t>Window</a:t>
            </a:r>
            <a:r>
              <a:rPr lang="en-US" dirty="0"/>
              <a:t>.</a:t>
            </a:r>
          </a:p>
          <a:p>
            <a:pPr marL="285750" indent="-285750">
              <a:buFont typeface="Arial" panose="020B0604020202020204" pitchFamily="34" charset="0"/>
              <a:buChar char="•"/>
            </a:pPr>
            <a:r>
              <a:rPr lang="en-US" dirty="0"/>
              <a:t>Then, all that CSV data gets fed within Random Forest Classifier algorithm to determine Accuracy of the Tests.</a:t>
            </a:r>
          </a:p>
          <a:p>
            <a:pPr marL="285750" indent="-285750">
              <a:buFont typeface="Arial" panose="020B0604020202020204" pitchFamily="34" charset="0"/>
              <a:buChar char="•"/>
            </a:pPr>
            <a:r>
              <a:rPr lang="en-US" dirty="0"/>
              <a:t>For further details, please watch one of the videos submitted in Canvas along with this ppt file.</a:t>
            </a:r>
          </a:p>
        </p:txBody>
      </p:sp>
    </p:spTree>
    <p:extLst>
      <p:ext uri="{BB962C8B-B14F-4D97-AF65-F5344CB8AC3E}">
        <p14:creationId xmlns:p14="http://schemas.microsoft.com/office/powerpoint/2010/main" val="1721465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C2EAB-54B8-91DE-41AC-06365BDAF699}"/>
              </a:ext>
            </a:extLst>
          </p:cNvPr>
          <p:cNvSpPr>
            <a:spLocks noGrp="1"/>
          </p:cNvSpPr>
          <p:nvPr>
            <p:ph type="title"/>
          </p:nvPr>
        </p:nvSpPr>
        <p:spPr>
          <a:xfrm>
            <a:off x="838200" y="-193675"/>
            <a:ext cx="10515600" cy="1325563"/>
          </a:xfrm>
        </p:spPr>
        <p:txBody>
          <a:bodyPr/>
          <a:lstStyle/>
          <a:p>
            <a:r>
              <a:rPr lang="en-US" dirty="0"/>
              <a:t>Obstacles</a:t>
            </a:r>
          </a:p>
        </p:txBody>
      </p:sp>
      <p:sp>
        <p:nvSpPr>
          <p:cNvPr id="3" name="Content Placeholder 2">
            <a:extLst>
              <a:ext uri="{FF2B5EF4-FFF2-40B4-BE49-F238E27FC236}">
                <a16:creationId xmlns:a16="http://schemas.microsoft.com/office/drawing/2014/main" id="{66E9DBCC-AFF9-FF90-5285-CA06C574F4DB}"/>
              </a:ext>
            </a:extLst>
          </p:cNvPr>
          <p:cNvSpPr>
            <a:spLocks noGrp="1"/>
          </p:cNvSpPr>
          <p:nvPr>
            <p:ph idx="1"/>
          </p:nvPr>
        </p:nvSpPr>
        <p:spPr>
          <a:xfrm>
            <a:off x="838200" y="880744"/>
            <a:ext cx="10977880" cy="5367655"/>
          </a:xfrm>
        </p:spPr>
        <p:txBody>
          <a:bodyPr>
            <a:normAutofit/>
          </a:bodyPr>
          <a:lstStyle/>
          <a:p>
            <a:pPr marL="514350" indent="-514350">
              <a:buFont typeface="+mj-lt"/>
              <a:buAutoNum type="arabicPeriod"/>
            </a:pPr>
            <a:r>
              <a:rPr lang="en-US" dirty="0"/>
              <a:t>When adding ARQ protocol Arduino code to Sensor and Collector nodes, my OLED was blinking at extremely high rate for any user to read.</a:t>
            </a:r>
          </a:p>
          <a:p>
            <a:pPr marL="971550" lvl="1" indent="-514350">
              <a:buFont typeface="+mj-lt"/>
              <a:buAutoNum type="alphaLcPeriod"/>
            </a:pPr>
            <a:r>
              <a:rPr lang="en-US" dirty="0"/>
              <a:t>To resolve this, I added “</a:t>
            </a:r>
            <a:r>
              <a:rPr lang="en-US" b="1" dirty="0"/>
              <a:t>delay(…)</a:t>
            </a:r>
            <a:r>
              <a:rPr lang="en-US" dirty="0"/>
              <a:t>” function to allow sufficient time for users read the OLED display contents.</a:t>
            </a:r>
          </a:p>
          <a:p>
            <a:pPr marL="514350" indent="-514350">
              <a:buFont typeface="+mj-lt"/>
              <a:buAutoNum type="arabicPeriod"/>
            </a:pPr>
            <a:r>
              <a:rPr lang="en-US" dirty="0"/>
              <a:t>Although my sensor node functions, often sensor readings had gotten choppy after approximately 60 seconds of operations from the plug-in time slightly impacting my sensor output accuracy.</a:t>
            </a:r>
          </a:p>
          <a:p>
            <a:pPr marL="971550" lvl="1" indent="-514350">
              <a:buFont typeface="+mj-lt"/>
              <a:buAutoNum type="alphaLcPeriod"/>
            </a:pPr>
            <a:r>
              <a:rPr lang="en-US" dirty="0"/>
              <a:t>I debugged to check portions causing delays to correct the order on which operations occur to ensure long-time and continuous data operations.</a:t>
            </a:r>
          </a:p>
          <a:p>
            <a:pPr marL="514350" indent="-514350">
              <a:buFont typeface="+mj-lt"/>
              <a:buAutoNum type="arabicPeriod"/>
            </a:pPr>
            <a:r>
              <a:rPr lang="en-US" dirty="0"/>
              <a:t>Despite my addition of </a:t>
            </a:r>
            <a:r>
              <a:rPr lang="en-US" b="1" dirty="0"/>
              <a:t>Latency calculation Arduino codes</a:t>
            </a:r>
            <a:r>
              <a:rPr lang="en-US" dirty="0"/>
              <a:t>, that data was never able to get displayed potentially due to lack of Ping Pong requests.</a:t>
            </a:r>
          </a:p>
        </p:txBody>
      </p:sp>
    </p:spTree>
    <p:extLst>
      <p:ext uri="{BB962C8B-B14F-4D97-AF65-F5344CB8AC3E}">
        <p14:creationId xmlns:p14="http://schemas.microsoft.com/office/powerpoint/2010/main" val="3872791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1CFCE-FA0A-8B8D-C006-C4CD5402A015}"/>
              </a:ext>
            </a:extLst>
          </p:cNvPr>
          <p:cNvSpPr>
            <a:spLocks noGrp="1"/>
          </p:cNvSpPr>
          <p:nvPr>
            <p:ph type="title"/>
          </p:nvPr>
        </p:nvSpPr>
        <p:spPr>
          <a:xfrm>
            <a:off x="838200" y="0"/>
            <a:ext cx="10515600" cy="1325563"/>
          </a:xfrm>
        </p:spPr>
        <p:txBody>
          <a:bodyPr/>
          <a:lstStyle/>
          <a:p>
            <a:r>
              <a:rPr lang="en-US" dirty="0"/>
              <a:t>Enhanced Skills</a:t>
            </a:r>
          </a:p>
        </p:txBody>
      </p:sp>
      <p:sp>
        <p:nvSpPr>
          <p:cNvPr id="3" name="Content Placeholder 2">
            <a:extLst>
              <a:ext uri="{FF2B5EF4-FFF2-40B4-BE49-F238E27FC236}">
                <a16:creationId xmlns:a16="http://schemas.microsoft.com/office/drawing/2014/main" id="{F6093C8B-5CB6-6AC4-AEE0-75105817385B}"/>
              </a:ext>
            </a:extLst>
          </p:cNvPr>
          <p:cNvSpPr>
            <a:spLocks noGrp="1"/>
          </p:cNvSpPr>
          <p:nvPr>
            <p:ph idx="1"/>
          </p:nvPr>
        </p:nvSpPr>
        <p:spPr>
          <a:xfrm>
            <a:off x="838200" y="1104264"/>
            <a:ext cx="10515600" cy="4930775"/>
          </a:xfrm>
        </p:spPr>
        <p:txBody>
          <a:bodyPr>
            <a:normAutofit/>
          </a:bodyPr>
          <a:lstStyle/>
          <a:p>
            <a:r>
              <a:rPr lang="en-US" dirty="0"/>
              <a:t>Improved my soldering skills and to also only solder those pins as necessary for prevention of power/signaling conflicts, especially those pins directly with each other.</a:t>
            </a:r>
          </a:p>
          <a:p>
            <a:r>
              <a:rPr lang="en-US" dirty="0"/>
              <a:t>Gained stronger understanding networking protocols (ARQ, CRC, servers, addresses, sensors, etc.)</a:t>
            </a:r>
          </a:p>
          <a:p>
            <a:r>
              <a:rPr lang="en-US" dirty="0"/>
              <a:t>Got better with utilization of GPT tools on assisting me with code understanding and techniques to add newer software (and potentially hardware) capabilities to sensor and collector nodes, along with Python server visual display enhancements.</a:t>
            </a:r>
          </a:p>
          <a:p>
            <a:r>
              <a:rPr lang="en-US" dirty="0"/>
              <a:t>Can visually investigate actual occurrences of errors and ways packages get sent and resent.</a:t>
            </a:r>
          </a:p>
        </p:txBody>
      </p:sp>
    </p:spTree>
    <p:extLst>
      <p:ext uri="{BB962C8B-B14F-4D97-AF65-F5344CB8AC3E}">
        <p14:creationId xmlns:p14="http://schemas.microsoft.com/office/powerpoint/2010/main" val="2064981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0C326-0A76-FDE1-B350-2410C62856BC}"/>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15560A9-451C-5B85-61B5-65C99D286224}"/>
              </a:ext>
            </a:extLst>
          </p:cNvPr>
          <p:cNvSpPr>
            <a:spLocks noGrp="1"/>
          </p:cNvSpPr>
          <p:nvPr>
            <p:ph idx="1"/>
          </p:nvPr>
        </p:nvSpPr>
        <p:spPr>
          <a:xfrm>
            <a:off x="838200" y="1825625"/>
            <a:ext cx="10683240" cy="4351338"/>
          </a:xfrm>
        </p:spPr>
        <p:txBody>
          <a:bodyPr/>
          <a:lstStyle/>
          <a:p>
            <a:r>
              <a:rPr lang="en-US" dirty="0"/>
              <a:t>Overall, this project helped me learn new material as my understanding of Computer Networking protocols has increased significantly.</a:t>
            </a:r>
          </a:p>
          <a:p>
            <a:r>
              <a:rPr lang="en-US" dirty="0"/>
              <a:t>Even with the obstacles, I could get a functional version of this project in terms of both hardware and software display capabilities and enhancements.</a:t>
            </a:r>
          </a:p>
        </p:txBody>
      </p:sp>
    </p:spTree>
    <p:extLst>
      <p:ext uri="{BB962C8B-B14F-4D97-AF65-F5344CB8AC3E}">
        <p14:creationId xmlns:p14="http://schemas.microsoft.com/office/powerpoint/2010/main" val="747931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A2C5B-63CD-85BD-69ED-42725E62056C}"/>
              </a:ext>
            </a:extLst>
          </p:cNvPr>
          <p:cNvSpPr>
            <a:spLocks noGrp="1"/>
          </p:cNvSpPr>
          <p:nvPr>
            <p:ph type="title"/>
          </p:nvPr>
        </p:nvSpPr>
        <p:spPr/>
        <p:txBody>
          <a:bodyPr/>
          <a:lstStyle/>
          <a:p>
            <a:r>
              <a:rPr lang="en-US" dirty="0"/>
              <a:t>Future</a:t>
            </a:r>
          </a:p>
        </p:txBody>
      </p:sp>
      <p:sp>
        <p:nvSpPr>
          <p:cNvPr id="3" name="Content Placeholder 2">
            <a:extLst>
              <a:ext uri="{FF2B5EF4-FFF2-40B4-BE49-F238E27FC236}">
                <a16:creationId xmlns:a16="http://schemas.microsoft.com/office/drawing/2014/main" id="{531295BD-E335-E706-2698-99BD2580D688}"/>
              </a:ext>
            </a:extLst>
          </p:cNvPr>
          <p:cNvSpPr>
            <a:spLocks noGrp="1"/>
          </p:cNvSpPr>
          <p:nvPr>
            <p:ph idx="1"/>
          </p:nvPr>
        </p:nvSpPr>
        <p:spPr/>
        <p:txBody>
          <a:bodyPr/>
          <a:lstStyle/>
          <a:p>
            <a:r>
              <a:rPr lang="en-US" dirty="0"/>
              <a:t>Would further diagnose root cause of sensor issues and why they sometimes get defective or biased data.</a:t>
            </a:r>
          </a:p>
          <a:p>
            <a:r>
              <a:rPr lang="en-US" dirty="0"/>
              <a:t>Make more enhanced ML algorithms that can generate inferences about physical behaviors:</a:t>
            </a:r>
          </a:p>
          <a:p>
            <a:pPr lvl="1"/>
            <a:r>
              <a:rPr lang="en-US" dirty="0"/>
              <a:t>Ideally, my project would aim to utilize multiple sensors via Internet-of-Things for more enhanced behavior diagnosis across multiple rooms</a:t>
            </a:r>
          </a:p>
        </p:txBody>
      </p:sp>
    </p:spTree>
    <p:extLst>
      <p:ext uri="{BB962C8B-B14F-4D97-AF65-F5344CB8AC3E}">
        <p14:creationId xmlns:p14="http://schemas.microsoft.com/office/powerpoint/2010/main" val="2147189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9674C-1695-87E7-98F5-6ABA9F28C257}"/>
              </a:ext>
            </a:extLst>
          </p:cNvPr>
          <p:cNvSpPr>
            <a:spLocks noGrp="1"/>
          </p:cNvSpPr>
          <p:nvPr>
            <p:ph type="title"/>
          </p:nvPr>
        </p:nvSpPr>
        <p:spPr/>
        <p:txBody>
          <a:bodyPr/>
          <a:lstStyle/>
          <a:p>
            <a:r>
              <a:rPr lang="en-US" dirty="0"/>
              <a:t>Demo Videos</a:t>
            </a:r>
          </a:p>
        </p:txBody>
      </p:sp>
      <p:sp>
        <p:nvSpPr>
          <p:cNvPr id="3" name="Content Placeholder 2">
            <a:extLst>
              <a:ext uri="{FF2B5EF4-FFF2-40B4-BE49-F238E27FC236}">
                <a16:creationId xmlns:a16="http://schemas.microsoft.com/office/drawing/2014/main" id="{D7A35CAA-4948-DADD-EFF4-4B1BE1D016CE}"/>
              </a:ext>
            </a:extLst>
          </p:cNvPr>
          <p:cNvSpPr>
            <a:spLocks noGrp="1"/>
          </p:cNvSpPr>
          <p:nvPr>
            <p:ph idx="1"/>
          </p:nvPr>
        </p:nvSpPr>
        <p:spPr/>
        <p:txBody>
          <a:bodyPr/>
          <a:lstStyle/>
          <a:p>
            <a:r>
              <a:rPr lang="en-US" dirty="0"/>
              <a:t>The following videos were uploaded to Canvas for </a:t>
            </a:r>
            <a:r>
              <a:rPr lang="en-US"/>
              <a:t>this project along with this ppt file and the codes:</a:t>
            </a:r>
            <a:endParaRPr lang="en-US" dirty="0"/>
          </a:p>
          <a:p>
            <a:pPr lvl="1"/>
            <a:r>
              <a:rPr lang="en-US" dirty="0"/>
              <a:t>Sensor Node Readings (2)</a:t>
            </a:r>
          </a:p>
          <a:p>
            <a:pPr lvl="1"/>
            <a:r>
              <a:rPr lang="en-US" dirty="0"/>
              <a:t>Spreading Factor Distance Tests</a:t>
            </a:r>
          </a:p>
          <a:p>
            <a:pPr lvl="1"/>
            <a:r>
              <a:rPr lang="en-US" dirty="0"/>
              <a:t>Full Demo with Animation</a:t>
            </a:r>
          </a:p>
          <a:p>
            <a:pPr lvl="1"/>
            <a:endParaRPr lang="en-US" dirty="0"/>
          </a:p>
        </p:txBody>
      </p:sp>
    </p:spTree>
    <p:extLst>
      <p:ext uri="{BB962C8B-B14F-4D97-AF65-F5344CB8AC3E}">
        <p14:creationId xmlns:p14="http://schemas.microsoft.com/office/powerpoint/2010/main" val="1981476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1648</TotalTime>
  <Words>844</Words>
  <Application>Microsoft Office PowerPoint</Application>
  <PresentationFormat>Widescreen</PresentationFormat>
  <Paragraphs>58</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Calibri</vt:lpstr>
      <vt:lpstr>Courier New</vt:lpstr>
      <vt:lpstr>office theme</vt:lpstr>
      <vt:lpstr>ECE 570 - Computer Networks Final Project</vt:lpstr>
      <vt:lpstr>Intro</vt:lpstr>
      <vt:lpstr>Lora Wan Sensor Code Samples</vt:lpstr>
      <vt:lpstr>Sensor Node Display</vt:lpstr>
      <vt:lpstr>Lora Wan Collector Code Samples</vt:lpstr>
      <vt:lpstr>Collector Node Display</vt:lpstr>
      <vt:lpstr>Python Server Code Samples</vt:lpstr>
      <vt:lpstr>Python Sensor Output Displays (1)</vt:lpstr>
      <vt:lpstr>Python Sensor Output Displays (2)</vt:lpstr>
      <vt:lpstr>Python Sensor Output Displays (3)</vt:lpstr>
      <vt:lpstr>Python Sensor Output Displays (4)</vt:lpstr>
      <vt:lpstr>Python Accuracy Output from ML Analysis </vt:lpstr>
      <vt:lpstr>Obstacles</vt:lpstr>
      <vt:lpstr>Enhanced Skills</vt:lpstr>
      <vt:lpstr>Conclusion</vt:lpstr>
      <vt:lpstr>Future</vt:lpstr>
      <vt:lpstr>Demo Videos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Doger, Shaurya</cp:lastModifiedBy>
  <cp:revision>3</cp:revision>
  <dcterms:created xsi:type="dcterms:W3CDTF">2025-12-17T01:25:20Z</dcterms:created>
  <dcterms:modified xsi:type="dcterms:W3CDTF">2025-12-18T04:58:27Z</dcterms:modified>
</cp:coreProperties>
</file>